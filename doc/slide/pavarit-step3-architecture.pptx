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4218feddb4390" /><Relationship Type="http://schemas.openxmlformats.org/officeDocument/2006/relationships/extended-properties" Target="/docProps/app.xml" Id="Ra39518047e0d4ca8" /><Relationship Type="http://schemas.openxmlformats.org/officeDocument/2006/relationships/officeDocument" Target="/ppt/presentation.xml" Id="R6e0cda33702c41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c2743e5b646ac"/>
  </p:sldMasterIdLst>
  <p:notesMasterIdLst>
    <p:notesMasterId xmlns:r="http://schemas.openxmlformats.org/officeDocument/2006/relationships" r:id="R0cd5db04b23e4f9a"/>
  </p:notesMasterIdLst>
  <p:sldIdLst>
    <p:sldId xmlns:r="http://schemas.openxmlformats.org/officeDocument/2006/relationships" id="256" r:id="Ra1a0123eef3f4fb7"/>
    <p:sldId xmlns:r="http://schemas.openxmlformats.org/officeDocument/2006/relationships" id="257" r:id="R4864a092962c4301"/>
    <p:sldId xmlns:r="http://schemas.openxmlformats.org/officeDocument/2006/relationships" id="258" r:id="Rfe05f35854114bcd"/>
    <p:sldId xmlns:r="http://schemas.openxmlformats.org/officeDocument/2006/relationships" id="259" r:id="Ra3c084acb84d4f47"/>
    <p:sldId xmlns:r="http://schemas.openxmlformats.org/officeDocument/2006/relationships" id="260" r:id="R04bdd71b9df14ce8"/>
    <p:sldId xmlns:r="http://schemas.openxmlformats.org/officeDocument/2006/relationships" id="261" r:id="R61f0c69578864d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a85878d8d47c8" /><Relationship Type="http://schemas.openxmlformats.org/officeDocument/2006/relationships/slideMaster" Target="/ppt/slideMasters/slideMaster1.xml" Id="Rbd2c2743e5b646ac" /><Relationship Type="http://schemas.openxmlformats.org/officeDocument/2006/relationships/notesMaster" Target="/ppt/notesMasters/notesMaster1.xml" Id="R0cd5db04b23e4f9a" /><Relationship Type="http://schemas.openxmlformats.org/officeDocument/2006/relationships/presProps" Target="/ppt/presProps.xml" Id="Rc16e26effeaa4a4f" /><Relationship Type="http://schemas.openxmlformats.org/officeDocument/2006/relationships/tableStyles" Target="/ppt/tableStyles.xml" Id="R0f350da60647480e" /><Relationship Type="http://schemas.openxmlformats.org/officeDocument/2006/relationships/slide" Target="/ppt/slides/slide1.xml" Id="Ra1a0123eef3f4fb7" /><Relationship Type="http://schemas.openxmlformats.org/officeDocument/2006/relationships/slide" Target="/ppt/slides/slide2.xml" Id="R4864a092962c4301" /><Relationship Type="http://schemas.openxmlformats.org/officeDocument/2006/relationships/slide" Target="/ppt/slides/slide3.xml" Id="Rfe05f35854114bcd" /><Relationship Type="http://schemas.openxmlformats.org/officeDocument/2006/relationships/slide" Target="/ppt/slides/slide4.xml" Id="Ra3c084acb84d4f47" /><Relationship Type="http://schemas.openxmlformats.org/officeDocument/2006/relationships/slide" Target="/ppt/slides/slide5.xml" Id="R04bdd71b9df14ce8" /><Relationship Type="http://schemas.openxmlformats.org/officeDocument/2006/relationships/slide" Target="/ppt/slides/slide6.xml" Id="R61f0c6957886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d4cd5be7b46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fe17b42e054beb" /><Relationship Type="http://schemas.openxmlformats.org/officeDocument/2006/relationships/notesMaster" Target="/ppt/notesMasters/notesMaster1.xml" Id="Re3ade153046845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ec669884f4b2d" /><Relationship Type="http://schemas.openxmlformats.org/officeDocument/2006/relationships/notesMaster" Target="/ppt/notesMasters/notesMaster1.xml" Id="R5bb2f9a182a34b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1fc84a24e46be" /><Relationship Type="http://schemas.openxmlformats.org/officeDocument/2006/relationships/notesMaster" Target="/ppt/notesMasters/notesMaster1.xml" Id="Rf784ef9e94d046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def1aed6f34a6a" /><Relationship Type="http://schemas.openxmlformats.org/officeDocument/2006/relationships/notesMaster" Target="/ppt/notesMasters/notesMaster1.xml" Id="R69aa5eb6e35749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c496ebec244c31" /><Relationship Type="http://schemas.openxmlformats.org/officeDocument/2006/relationships/notesMaster" Target="/ppt/notesMasters/notesMaster1.xml" Id="Rd3f45e97003f41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e16d96abd34166" /><Relationship Type="http://schemas.openxmlformats.org/officeDocument/2006/relationships/notesMaster" Target="/ppt/notesMasters/notesMaster1.xml" Id="R6e43561afe9243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ผมรับ Table, Package, Soup และ DiningSession รวมจุดเชื่อม Auth/Ordering/Billing/Payment งานทีมแบ่งตามโมดูล ไม่ได้เขียน Payment Entity หรือ State แทนเจ้าของ ใน Step2 ผมรวม Manager master data และ Customer bill request เพื่อให้ flow ต่อกันได้ สไลด์นี้แยก ownership กับหน้าที่ integration</a:t>
            </a:r>
          </a:p>
          <a:p xmlns:a="http://schemas.openxmlformats.org/drawingml/2006/main">
            <a:r>
              <a:t>Sources: https://github.com/PavaritPramual/buffet-restaurant-management-system/blob/472fba4/doc/testing/pavarit-step2-completion-report.md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baseline: develop472fba4 (7 Oct2026). This is not Final public/release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เป็น View ส่ง JSON/cookie ไป Controller ซึ่งตรวจ payloadและเรียกservice กฎธุรกิจและtransactionอยู่service repositoryจัดการJPA DomainแมปDB Providerแยกจุดเชื่อม SessionContextProvider สำหรับOrdering DiningSessionBillingReader สำหรับBilling และPaymentStatusLookupสำหรับclose สิทธิ์staffใช้sessionproviders ส่วนCustomerใช้grant ต้องกล่าวข้อยกเว้นcurrentLayeringว่าSessionUserContextProviderยังimportAuthControllerconstantและกำลังติดตามก่อนFinal</a:t>
            </a:r>
          </a:p>
          <a:p xmlns:a="http://schemas.openxmlformats.org/drawingml/2006/main">
            <a:r>
              <a:t>Sources: https://github.com/PavaritPramual/buffet-restaurant-management-system/blob/472fba4/code/backend/src/main/java/com/buffetrestaurant/service/impl/DiningSessionServiceImpl.java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baseline: develop472fba4 (7 Oct2026). This is not Final public/release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เปิดรอบล็อกโต๊ะและsnapshotprice ขอคิดบิลเซ็ตbillRequestedAtครั้งเดียวและคงACTIVEแต่หยุดOrderใหม่ทุกเครื่อง Paymentต้องACTIVEและrequestedแล้ว backendคำนวณยอดจากsnapshot ไม่รับราคาจากbrowser ปิดรอบตรวจPAIDของsessionเดียวกันแล้วdeletegrants/sessionCOMPLETED/tableAVAILABLEในtransactionเดียว Order/billrequest/Payment/closeใช้locksessionเดียวกันเพื่อserialize; closeก่อนจ่าย409 providerไม่มี503</a:t>
            </a:r>
          </a:p>
          <a:p xmlns:a="http://schemas.openxmlformats.org/drawingml/2006/main">
            <a:r>
              <a:t>Sources: https://github.com/PavaritPramual/buffet-restaurant-management-system/blob/472fba4/code/backend/src/main/java/com/buffetrestaurant/service/impl/PaymentServiceImpl.java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baseline: develop472fba4 (7 Oct2026). This is not Final public/release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แบบเดิมGETtokenในpathถูกถอดก่อนmerge backend ไม่ต้องdeprecateendpointที่ไม่เคยpublish แบบใหม่fragmentไม่เป็นHTTPrequestpath Reactจับและล้างhash POSTbody แลกครั้งเดียวและหมุนQR grantเก็บhashcredential+expiry8h cookieHttpOnlyต่อเครื่อง ลูกค้าหลายมือถือใช้QRรุ่นถัดไป Same-tokenin-flightPromiseรองรับStrictMode คนละtokenserializeเพื่อไม่ให้ cookie เก่าเขียนทับ invalidnewQRไม่fallbackรอบเดิม OriginGuard/CORSเฉพาะoriginและpublicต้องHTTPS/Secure ไม่กล่าวว่าHttpOnlyคือการป้องกันXSSทั้งหมด</a:t>
            </a:r>
          </a:p>
          <a:p xmlns:a="http://schemas.openxmlformats.org/drawingml/2006/main">
            <a:r>
              <a:t>Sources: https://github.com/PavaritPramual/buffet-restaurant-management-system/blob/472fba4/code/backend/src/main/java/com/buffetrestaurant/service/impl/CustomerSessionAccessService.java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baseline: develop472fba4 (7 Oct2026). This is not Final public/release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 ControllerรับHTTP/serviceดูusecase/mapperจัดresponse O BillingEngineเปลี่ยนpricing/discountผ่านstrategy; factoryStateยังswitchจึงไม่อ้างว่าOCPทั้งระบบ L State.nextมีdocumentedterminalBusinessRuleException Strategyต้องคืนnonnegativeไม่mutatecontext I interfaceSessionContextและPaymentLookupเล็กไม่รวมEntityข้ามโมดูล D InjectinterfacesในSession/Ordering แต่ยังมีconcretedependenciesและfieldinjection ต้องrecordgapไม่อ้างผ่านวิชาเต็ม Behavioral3แบบState/Strategy/TemplateMethodมีtestsจริง</a:t>
            </a:r>
          </a:p>
          <a:p xmlns:a="http://schemas.openxmlformats.org/drawingml/2006/main">
            <a:r>
              <a:t>Sources: https://github.com/PavaritPramual/buffet-restaurant-management-system/blob/472fba4/code/backend/src/main/java/com/buffetrestaurant/service/SessionContextProvider.java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baseline: develop472fba4 (7 Oct2026). This is not Final public/release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ตัวเลขมาจากCIหลังmergePR22 ไม่ใช่รันใหม่ในPRเอกสารนี้303backendรวมPostgreSQL tests116frontend6URLguards lint0errors4existingwarnings buildpass Browser14groups17screenshotsเป็นlocalH2ก่อนmerge14PASS0FAIL patchedhashตรงhead617 ไม่ใช่publicrerunหรือมือถือจริง สิ่งรอStock/Profileใหม่ RenderHTTPS/Securecookies timedTTL latestrelease fullregression Gitmeaningfulcommitเกณฑ์รายบุคคลให้สมาชิกยืนยัน publicdeploymentและreleasePRreview/main/deployedcommit ทีมต้องซ้อมด้วยบัญชีจริง</a:t>
            </a:r>
          </a:p>
          <a:p xmlns:a="http://schemas.openxmlformats.org/drawingml/2006/main">
            <a:r>
              <a:t>Sources: https://github.com/PavaritPramual/buffet-restaurant-management-system/actions/runs/37503690105</a:t>
            </a:r>
          </a:p>
          <a:p xmlns:a="http://schemas.openxmlformats.org/drawingml/2006/main">
            <a:r>
              <a:t>https://github.com/PavaritPramual/buffet-restaurant-management-system/blob/472fba4/doc/testing/sirapat-step3-premerge-report.md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 baseline: develop472fba4 (7 Oct2026). This is not Final public/release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ee179cabb43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2b684bb5ef47e9" /><Relationship Type="http://schemas.openxmlformats.org/officeDocument/2006/relationships/slideLayout" Target="/ppt/slideLayouts/slideLayout1.xml" Id="R2b7b18b119594f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7b18b119594f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28eac8e3944f6" /><Relationship Type="http://schemas.openxmlformats.org/officeDocument/2006/relationships/notesSlide" Target="/ppt/notesSlides/notesSlide1.xml" Id="Rf16df496c11b43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9bb3ce55f4af5" /><Relationship Type="http://schemas.openxmlformats.org/officeDocument/2006/relationships/notesSlide" Target="/ppt/notesSlides/notesSlide2.xml" Id="R2408cc1df90843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0fe8f13bc4846" /><Relationship Type="http://schemas.openxmlformats.org/officeDocument/2006/relationships/notesSlide" Target="/ppt/notesSlides/notesSlide3.xml" Id="R3c59e4c6d715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a040f7eb241f0" /><Relationship Type="http://schemas.openxmlformats.org/officeDocument/2006/relationships/notesSlide" Target="/ppt/notesSlides/notesSlide4.xml" Id="Rde43d51210ac40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0c30f184547be" /><Relationship Type="http://schemas.openxmlformats.org/officeDocument/2006/relationships/notesSlide" Target="/ppt/notesSlides/notesSlide5.xml" Id="Rb5f0999e9ac84b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1f0ff82cf4748" /><Relationship Type="http://schemas.openxmlformats.org/officeDocument/2006/relationships/notesSlide" Target="/ppt/notesSlides/notesSlide6.xml" Id="R8a4bc62b72604a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A408D-CEA0-4DBA-8C75-87A0180E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CP353002  /  BUFFET RESTAURANT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EF49-3566-4AB1-BD4B-ECDAD75C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ปวริศช์: เชื่อมรอบกินให้ครบวงจร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63811-E800-483C-9D48-A703511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378BD-59F4-4380-AC73-A5A06354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ขอบเขตงานปวริศช์ • code baseline 472fba4 • เอกสารและสไลด์รอ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13F0A-5611-433B-B352-1ADE0607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1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0AB70-6F0A-4F9D-A7A8-2B570F9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Table • Package • Soup • DiningSession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62F54-A570-4989-AFBE-2F0B32A8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เปิดโต๊ะพร้อมข้อมูลรอบกิน สร้างสิทธิ์ลูกค้า และคืนโต๊ะหลังชำระ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57C86-C5AC-49E0-94FF-BB07B52F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324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AA238-919B-4401-B6F7-36243A8F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766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เปิดรอบ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97377-0655-45FB-8E95-393E96C1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862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โต๊ะ + จำนวนคน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30725-833B-4B5A-A1AB-8B27E84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62325"/>
            <a:ext cx="2324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BF52A-B77D-4123-9FAD-D04CD2C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QR / cookie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17E96-1FCB-4F68-9505-C22B1F1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862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สิทธิ์ลูกค้าแต่ละเครื่อง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86413-25D5-41E1-949E-2860E3D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2324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B2101-D6AC-4FF8-BB28-2DF9AFF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ขอคิดบิล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967AF-4BBC-4007-8108-6FFAF240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862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หยุดรับออเดอร์ใหม่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1DBA9-B593-473E-A437-78EE38D2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362325"/>
            <a:ext cx="23145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334BC-102A-4B07-A496-2AF5EB97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76625"/>
            <a:ext cx="2028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ปิดรอบ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949F0-B54E-4970-A102-564011A1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2028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ตรวจ PAID ก่อน close</a:t>
            </a:r>
          </a:p>
        </p:txBody>
      </p: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33700" y="38862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19775" y="38862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05850" y="388620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963DC-7573-4302-BAC2-5FDEADC5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จุดส่งต่อทีม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DFD13-361D-4508-9D8F-ABB11F79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Ordering → เมนูตามแพ็กเกจ   |   Kitchen → Serving   |   Billing / Payment → ยอดจาก backend</a:t>
            </a:r>
          </a:p>
        </p:txBody>
      </p:sp>
    </p:spTree>
    <p:extLst>
      <p:ext uri="{BB962C8B-B14F-4D97-AF65-F5344CB8AC3E}">
        <p14:creationId xmlns:p14="http://schemas.microsoft.com/office/powerpoint/2010/main" val="351875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B589B-0759-436F-8AC5-0B8D3B6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CP353002  /  BUFFET RESTAURANT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BAFA7-0F14-4541-97E9-4E00B5D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โครงสร้างแบ่งชั้น และเชื่อมด้วย 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4E0B8-86A2-463C-A4F9-060503F5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5A43E-EC27-44BB-87DD-BB49129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Component Diagram • doc/diagrams/component.puml • source และ SVG ใน repo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CD633-0BBA-4212-A997-2FB3F736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2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F5DF0-4466-42AF-85F8-CE8EF772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43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510BE-A3BB-44DC-B4F1-F43B57D1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800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React views / shared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B9551-F13B-45ED-82B4-3B3F070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4143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33AB3-681C-40F1-95A9-B8E0EED4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3800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REST Controllers + DTO</a:t>
            </a:r>
          </a:p>
        </p:txBody>
      </p:sp>
      <p:cxnSp>
        <p:nvCxnSpPr>
          <p:cNvPr id="37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681288" y="24003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26C24-AE33-4B77-9813-7D3BE5CA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143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0FCF-8F9F-4391-AB3C-F9676AA2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3800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Application Services</a:t>
            </a:r>
          </a:p>
        </p:txBody>
      </p: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681288" y="31908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21782-B43A-4F6A-8908-E03AC54E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4143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17942-6B9D-4B0A-B659-C4617143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3800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JPA Repositories + Domain</a:t>
            </a:r>
          </a:p>
        </p:txBody>
      </p:sp>
      <p:cxnSp>
        <p:nvCxnSpPr>
          <p:cNvPr id="43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2681288" y="39814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89177-2F31-494C-8495-221F646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143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D47EC-8058-4605-A5D3-778425A6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38004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PostgreSQL / Flyway V1–V14</a:t>
            </a:r>
          </a:p>
        </p:txBody>
      </p:sp>
      <p:cxnSp>
        <p:nvCxnSpPr>
          <p:cNvPr id="46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681288" y="477202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D914D-B727-46B5-B125-AECCF429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621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จุดเชื่อมของรอบกิน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21B72-48C2-48DB-9681-22F03FC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0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SessionContextProvider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EE30C-C716-47AB-8CD1-B252C6DC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Ordering ตรวจสิทธิ์ และล็อกก่อนบันทึก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7BFF1-ED7F-42D3-BBE3-0A1FEFB9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432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DiningSessionBillingReader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C50A6-62C3-485F-92A2-1B06221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2427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Billing อ่านราคา snapshot และจำนวนคน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26E24-BB0F-4C25-A7C9-9FC05E6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PaymentStatusLookup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F05C8-8E42-45FA-9A10-E7724687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Close ต้องได้ PAID ของ session เดียวกัน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7BB12-BFB1-438C-A0FC-87B0ACDD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7687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Runtime ใช้ database / session providers</a:t>
            </a:r>
          </a:p>
        </p:txBody>
      </p:sp>
    </p:spTree>
    <p:extLst>
      <p:ext uri="{BB962C8B-B14F-4D97-AF65-F5344CB8AC3E}">
        <p14:creationId xmlns:p14="http://schemas.microsoft.com/office/powerpoint/2010/main" val="1737589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853BD-95C3-49BE-87B8-5D5CF86D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CP353002  /  BUFFET RESTAURANT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53F6E-9BDC-4317-8B42-94B22DF5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ชำระเงินแล้ว ต้องปิดรอบแยก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0CDE-C8F8-42DD-94C6-0B2A0BA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30F0-827F-4F84-BA15-6193F56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DiningSessionServiceImpl • CustomerBillingService • PaymentServiceImpl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6797B-8425-477E-89C6-7E47B467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3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5A466-51B8-4FA1-9DB7-72478CFD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93A98-CC3D-4E92-8851-0DA09B9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431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เปิดรอบ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96DA2-F288-42CA-86DB-D50AE014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52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ACTIVE / OCCUPIED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1A485-29DE-492F-B22D-CCC45139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28825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BC8A4-4AA6-40C5-A394-F8D7F85E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431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ขอคิดบิล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D020F-FA5F-4308-B84B-10546F0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52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ACTIVE + requested</a:t>
            </a:r>
          </a:p>
        </p:txBody>
      </p: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2562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62E1B-7803-4A23-99B2-7769448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14FE-5A6B-431F-AB81-59B9B6E6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431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รับชำระ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54A89-F139-4C22-9D02-C7C8170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52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Payment = PAID</a:t>
            </a:r>
          </a:p>
        </p:txBody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29300" y="2562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865A7-2DC0-4943-AA84-7FAD2A61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28825"/>
            <a:ext cx="2343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F12A5-25A7-44F5-9605-DC2DAA7E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4312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กด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C302E-6847-4926-9E6F-AE163F5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COMPLETED / ว่าง</a:t>
            </a:r>
          </a:p>
        </p:txBody>
      </p: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05850" y="2562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7E265-D43F-4B41-9BAC-62E5502D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ราคาไม่เปลี่ยนกลางรอบ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47F00-C9E2-4FAA-AF84-C8CCA01D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49815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เก็บ packagePriceAtOpen ตอนเปิดโต๊ะ</a:t>
            </a:r>
          </a:p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แก้ราคาแพ็กเกจไม่เปลี่ยนยอดรอบเดิม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735C3-82FD-4AE5-85C6-F7BA21D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9975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ล็อกแถว session เดียวกัน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8ABAB-46DF-4546-ACB6-0930A22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67175"/>
            <a:ext cx="5086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Order / Bill request / Payment / Close</a:t>
            </a:r>
          </a:p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คำขอที่ได้ lock ก่อน ทำงานก่อน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AA0410-B282-47C9-A4B4-98ED3C37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7739D-56B3-4FE5-974A-991827E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PAID ไม่คืนโต๊ะอัตโนมัติ  •  close ยกเลิกสิทธิ์ cookie ลูกค้าทุกเครื่อง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271525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78828-F3B1-4E5C-8504-159072EC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CP353002  /  BUFFET RESTAURANT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7EA1D-DDAE-479B-A065-A0E964F1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QR ใช้แลกครั้งเดียว แล้วใช้ cookie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F2887-A2D6-4407-B882-2DEB9B18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F1159-022A-4221-85FD-BBF4C4A7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CustomerSessionAccessService • CustomerSessionController • Customer QR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95D69-BAF6-4FF6-8997-1C8BF333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4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7AA0B-BD63-4915-9B8F-8225FA87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DFDA7-9338-413F-A6AB-2F4C2180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57400"/>
            <a:ext cx="286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1  Fragment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FD13A-0AF4-462A-8B6C-0848523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6697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อ่านแล้วล้าง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CE3C2-B2AF-42CD-A523-D4E226FD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B211C-B68E-445B-A182-0D84F30B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286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2  POST body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52A34-CD12-4844-9C62-4DD81F42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แลก QR token ครั้งเดียว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A9A0E-BDEC-4C54-BEA3-AB45C4D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43100"/>
            <a:ext cx="3152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62C58-FA4A-4683-AE11-8689FAE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867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3  หมุน QR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44C96-8A99-45CC-972D-C6F6F613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2867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เครื่องถัดไปใช้รหัสใหม่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62375" y="24574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77150" y="245745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3C4E0-F365-4C26-B5FB-95072262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638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0B25A-5F92-4226-9111-2F25773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67150"/>
            <a:ext cx="4352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4  HttpOnly cookie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F38EA-EF80-438F-B967-49C3BAC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76725"/>
            <a:ext cx="435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DB เก็บ hash + expiry ≤8h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6E749-1C44-4147-B303-428FDB56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752850"/>
            <a:ext cx="4638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9A341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00C28-9C64-4A3C-AF7F-EB8533F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352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5  ตรวจทุกคำขอ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F0113-CD21-47C9-8527-E9E38CD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6725"/>
            <a:ext cx="4352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ACTIVE + grant + sessionId</a:t>
            </a:r>
          </a:p>
        </p:txBody>
      </p:sp>
      <p:cxnSp>
        <p:nvCxnSpPr>
          <p:cNvPr id="48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248275" y="428625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2928938" y="2971800"/>
            <a:ext cx="7077075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3412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AE213-2776-4F30-92F1-BE2D8783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Staff login session แยกจาก Customer grant  •  HTTPS / Secure cookie ต้องตรวจตอน public deploy</a:t>
            </a:r>
          </a:p>
        </p:txBody>
      </p:sp>
    </p:spTree>
    <p:extLst>
      <p:ext uri="{BB962C8B-B14F-4D97-AF65-F5344CB8AC3E}">
        <p14:creationId xmlns:p14="http://schemas.microsoft.com/office/powerpoint/2010/main" val="436847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F1817C-D823-4DA6-BC5F-42A1F03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CP353002  /  BUFFET RESTAURANT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4C001-2F7E-4A7F-8E8C-77BBB272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SOLID: อธิบายด้วยจุดเชื่อมจริง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63C3A-0323-4FA7-874C-D42934B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6CDFA-E403-4B85-BED0-2B664861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doc/solid-analysis.md • doc/design-patterns.md • อ้างไฟล์และบรรทัดแบบตรึง SHA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C12F1-9BD5-47FB-B6BB-B53597FC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5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CB653-CADB-46BF-A01B-BDD8844D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C6ABF-7E74-4FD8-A0E8-7D65E4A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09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แบ่งหน้าที่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BD27C-13AD-44AD-879B-39F738E4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7038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Controller → Service → Repository / Mapper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E98EB-4BCC-4058-9AF6-28B29C9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3E13E-7747-4069-8CC8-2E7C447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384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เปลี่ยนกฎ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30997-9B9F-40BD-89C8-84487677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38400"/>
            <a:ext cx="7038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BillingEngine ประกอบ pricing / discount strategies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D695C-A4FB-4AD5-AB3E-9047EEF5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1A0D5-9B4E-4C8C-B0F2-2FBF9974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067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สัญญาเมธอด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CBA8B-1309-4B86-BBF4-C63160C9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67050"/>
            <a:ext cx="7038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OrderState.next() ระบุการปฏิเสธ terminal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9A3A1-2DEF-4E62-BAA4-3AB23A5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67CCB-C906-4A12-A50A-CDEE0ACA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957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สัญญาเฉพาะงาน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9EFC-05E9-4D14-A64A-145FD54C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95700"/>
            <a:ext cx="7038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SessionContextProvider / PaymentStatusLookup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79EAD3-0B6E-4D4B-B19D-44BD179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5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8F7BA-5BDB-4220-A723-C6E185D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24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ฉีด dependency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819E2-04DF-466E-B67F-0D45A870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24350"/>
            <a:ext cx="7038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Session / Ordering รับ interfaces ผ่าน constructor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5FB7A6-8DB6-4841-B350-D166680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46B3F-5807-4FC9-AE94-4BA6CFFA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ยังต้องแก้ก่อนรับรอง Final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0420D-AF85-4297-93E5-454310E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CustomerBillingService: field injection  •  Auth constant ข้ามชั้น  •  concrete service dependencies</a:t>
            </a:r>
          </a:p>
        </p:txBody>
      </p:sp>
    </p:spTree>
    <p:extLst>
      <p:ext uri="{BB962C8B-B14F-4D97-AF65-F5344CB8AC3E}">
        <p14:creationId xmlns:p14="http://schemas.microsoft.com/office/powerpoint/2010/main" val="16050443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B240C-C693-483F-9812-BB534163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CP353002  /  BUFFET RESTAURANT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C6C16-9AC4-41AA-A4FF-3C935ED0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หลักฐานปัจจุบัน และ gate ก่อนส่ง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25137-3C58-4E78-A75A-582C44E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F77ED-75F2-4B33-B422-88F0513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CI run 37503690105 (develop472fba4) • Final public / release acceptance ยังไม่ผ่าน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A7791-0D41-439C-8074-0ADA9BF0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00800"/>
            <a:ext cx="771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6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53368-E620-493D-BA1A-0CE9D78B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71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303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E33D4-5F12-495E-A0C3-F6EA44DE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Backend / 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D32F0-0900-4391-A9B1-454A1F1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14500"/>
            <a:ext cx="3371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116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18F51-D29C-4435-A208-ED204C3A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Frontend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F03E9-34B8-4CC7-BCDE-6EFF7EE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71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49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2D804-C388-4417-9A26-6DEA2F9E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37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URL guard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5253E-E8A0-4556-A783-03DF07D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933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6534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166534"/>
                </a:solidFill>
                <a:latin typeface="Noto Sans Thai"/>
                <a:ea typeface="Noto Sans Thai"/>
                <a:cs typeface="Noto Sans Thai"/>
              </a:rPr>
              <a:t>มีหลักฐาน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1BF1F-F716-4DF8-9CDF-23A1115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048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CI ผ่าน + local browser / cookies</a:t>
            </a:r>
          </a:p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14 PASS บน H2 แยก ก่อน merge</a:t>
            </a:r>
          </a:p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17 ภาพ • ยังไม่ใช่ public acceptance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ADCFF-6771-4604-96C2-AAA05D9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0425"/>
            <a:ext cx="5048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250" b="1">
                <a:solidFill>
                  <a:srgbClr val="9A3412"/>
                </a:solidFill>
                <a:latin typeface="Noto Sans Thai"/>
                <a:ea typeface="Noto Sans Thai"/>
                <a:cs typeface="Noto Sans Thai"/>
              </a:rPr>
              <a:t>ต้องปิดก่อนส่ง Final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90FC5-0A8D-40A7-A5D5-BE0A912D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95725"/>
            <a:ext cx="50482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Stock / Profile ใหม่ และช่องว่าง SOLID</a:t>
            </a:r>
          </a:p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Public HTTPS / TTL / regression ใหม่</a:t>
            </a:r>
          </a:p>
          <a:p xmlns:a="http://schemas.openxmlformats.org/drawingml/2006/main">
            <a:pPr algn="l">
              <a:def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0">
                <a:solidFill>
                  <a:srgbClr val="292524"/>
                </a:solidFill>
                <a:latin typeface="Noto Sans Thai"/>
                <a:ea typeface="Noto Sans Thai"/>
                <a:cs typeface="Noto Sans Thai"/>
              </a:rPr>
              <a:t>Git รายบุคคล • สไลด์ทีม • release / ซ้อม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A3691-DA0C-4A08-8D5F-5A87F2B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7534E"/>
                </a:solidFill>
                <a:latin typeface="Noto Sans Thai"/>
                <a:ea typeface="Noto Sans Thai"/>
                <a:cs typeface="Noto Sans Thai"/>
              </a:rPr>
              <a:t>PR เอกสารนี้ส่ง review ก่อนรวม  •  public URL และ deployed commit ยัง pending</a:t>
            </a:r>
          </a:p>
        </p:txBody>
      </p:sp>
    </p:spTree>
    <p:extLst>
      <p:ext uri="{BB962C8B-B14F-4D97-AF65-F5344CB8AC3E}">
        <p14:creationId xmlns:p14="http://schemas.microsoft.com/office/powerpoint/2010/main" val="639062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2026-10-06T18:38:43.7740000Z</dcterms:created>
  <dcterms:modified xsi:type="dcterms:W3CDTF">2026-10-06T18:38:43.7740000Z</dcterms:modified>
</coreProperties>
</file>