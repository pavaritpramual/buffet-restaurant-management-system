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282a7e0224342" /><Relationship Type="http://schemas.openxmlformats.org/officeDocument/2006/relationships/extended-properties" Target="/docProps/app.xml" Id="Rdeb69676630a4eab" /><Relationship Type="http://schemas.openxmlformats.org/officeDocument/2006/relationships/officeDocument" Target="/ppt/presentation.xml" Id="R7697c96e4e3f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7d2b7fbe37476a"/>
  </p:sldMasterIdLst>
  <p:notesMasterIdLst>
    <p:notesMasterId xmlns:r="http://schemas.openxmlformats.org/officeDocument/2006/relationships" r:id="R878904141d214920"/>
  </p:notesMasterIdLst>
  <p:sldIdLst>
    <p:sldId xmlns:r="http://schemas.openxmlformats.org/officeDocument/2006/relationships" id="256" r:id="R631fb2e96bb8497a"/>
    <p:sldId xmlns:r="http://schemas.openxmlformats.org/officeDocument/2006/relationships" id="257" r:id="R82790aa52d5a494c"/>
    <p:sldId xmlns:r="http://schemas.openxmlformats.org/officeDocument/2006/relationships" id="258" r:id="R687afad3de5f4a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a3a4e3271f408e" /><Relationship Type="http://schemas.openxmlformats.org/officeDocument/2006/relationships/slideMaster" Target="/ppt/slideMasters/slideMaster1.xml" Id="R617d2b7fbe37476a" /><Relationship Type="http://schemas.openxmlformats.org/officeDocument/2006/relationships/notesMaster" Target="/ppt/notesMasters/notesMaster1.xml" Id="R878904141d214920" /><Relationship Type="http://schemas.openxmlformats.org/officeDocument/2006/relationships/presProps" Target="/ppt/presProps.xml" Id="Re4a8d403b93d4a58" /><Relationship Type="http://schemas.openxmlformats.org/officeDocument/2006/relationships/tableStyles" Target="/ppt/tableStyles.xml" Id="R0b1d8f83ea75436e" /><Relationship Type="http://schemas.openxmlformats.org/officeDocument/2006/relationships/slide" Target="/ppt/slides/slide1.xml" Id="R631fb2e96bb8497a" /><Relationship Type="http://schemas.openxmlformats.org/officeDocument/2006/relationships/slide" Target="/ppt/slides/slide2.xml" Id="R82790aa52d5a494c" /><Relationship Type="http://schemas.openxmlformats.org/officeDocument/2006/relationships/slide" Target="/ppt/slides/slide3.xml" Id="R687afad3de5f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d4f7a61a24a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ca323ecb845cd" /><Relationship Type="http://schemas.openxmlformats.org/officeDocument/2006/relationships/notesMaster" Target="/ppt/notesMasters/notesMaster1.xml" Id="R763d488830bf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e4d587c8146fb" /><Relationship Type="http://schemas.openxmlformats.org/officeDocument/2006/relationships/notesMaster" Target="/ppt/notesMasters/notesMaster1.xml" Id="R4dca5a5887d747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754a907fcc442f" /><Relationship Type="http://schemas.openxmlformats.org/officeDocument/2006/relationships/notesMaster" Target="/ppt/notesMasters/notesMaster1.xml" Id="Rf47f10f3dbe04f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เราแบ่งการตรวจตามสิ่งที่ต้องพิสูจน์ค่ะ Component และ JUnit ตรวจเงื่อนไข รวมถึงการตอบกลับช้า การสแกน QR ใหม่ และสิทธิ์ของแต่ละบทบาท ส่วน CI มี PostgreSQL แยกสำหรับ migration และ concurrency เว็บ Render ตรวจการทำงานจริงผ่าน HTTPS โดยสร้างบัญชีทดสอบตามที่ผู้ใช้อนุญาต และเดินครบตั้งแต่เปิดโต๊ะจนปิดโต๊ะ ผลแต่ละระดับมีหน้าที่ต่างกัน จึงบันทึก revision กับ environment แยกไว้เพื่อให้ตรวจย้อนกลับได้ค่ะ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https://github.com/PavaritPramual/buffet-restaurant-management-system/pull/36</a:t>
            </a:r>
          </a:p>
          <a:p xmlns:a="http://schemas.openxmlformats.org/drawingml/2006/main">
            <a:r>
              <a:t>https://github.com/PavaritPramual/buffet-restaurant-management-system/blob/codex/sirapat-public-regression/doc/testing/sirapat-public-regression-2026-10-09.md</a:t>
            </a:r>
          </a:p>
          <a:p xmlns:a="http://schemas.openxmlformats.org/drawingml/2006/main">
            <a:r>
              <a:t>CI at a43a558: https://github.com/PavaritPramual/buffet-restaurant-management-system/actions/runs/37876412024</a:t>
            </a:r>
          </a:p>
          <a:p xmlns:a="http://schemas.openxmlformats.org/drawingml/2006/main">
            <a:r>
              <a:t>Screenshot: public browser session2, staff-closed-available-768.jpg, no mocks; viewport emulation.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รอบวันที่ 9 ตุลาคม เราตรวจ API จริงผ่าน 12 กลุ่ม และใช้งานหน้าเว็บจริงอีก 12 กลุ่มค่ะ ลูกค้าเพิ่มจำนวนและยืนยันออเดอร์ ครัวเริ่มเตรียมจนพร้อมเสิร์ฟ พนักงานเสิร์ฟ และสถานะกลับมาที่ลูกค้าได้ หลังขอคิดบิล ระบบไม่รับออเดอร์เพิ่ม เราทดลองชำระและปิดโต๊ะ แล้วตรวจว่าสิทธิ์ลูกค้าถูกยกเลิกด้วย อีกส่วนตรวจ Stock และ Profile ว่าบันทึกแล้วโหลดกลับได้ การแก้ข้อความ QR ภาษาไทยเพิ่ม 4 tests รวมเป็น 125 ที่ผ่านทั้งในเครื่องและ CI ของ PR #36 ส่วน backend ใน CI ผ่าน 352 tests ไม่มีการข้าม PostgreSQL ตัวเลข 12 เป็นกลุ่มสถานการณ์ ไม่ใช่จำนวน JUnit cases และ CI ยังไม่ใช่หลักฐานการ deploy ค่ะ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เพิ่มเติมตามการทดสอบเมนูจำนวนมาก: เพิ่ม30เมนูพร้อมสั่งและ2เมนูปิดขาย ใน5หมวด ลูกค้าเห็นเมนูพร้อมสั่ง32รายการรวมของเดิม ส่วนปิดขายไม่แสดงและสั่งผ่านAPIไม่ได้ ลูกค้าสแกนQRใหม่แล้วสั่ง6เมนูรวม8ชิ้นจาก5หมวดเป็นออเดอร์3 ครัวได้รับครบ และโหลดหน้าลูกค้าใหม่ยังเห็นออเดอร์เดิม หลังเสิร์ฟ ขอคิดบิล ชำระ499บาท และปิดรอบ4 โต๊ะกลับAVAILABLE ตัวเลข12เป็นผลรอบหลัก ส่วนเมนูจำนวนมากเป็นการตรวจเพิ่มเติม ไม่รวมบวกเป็นtest casesใหม่โดยอัตโนมัติ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https://github.com/PavaritPramual/buffet-restaurant-management-system/pull/36</a:t>
            </a:r>
          </a:p>
          <a:p xmlns:a="http://schemas.openxmlformats.org/drawingml/2006/main">
            <a:r>
              <a:t>https://github.com/PavaritPramual/buffet-restaurant-management-system/blob/codex/sirapat-public-regression/doc/testing/sirapat-public-regression-2026-10-09.md</a:t>
            </a:r>
          </a:p>
          <a:p xmlns:a="http://schemas.openxmlformats.org/drawingml/2006/main">
            <a:r>
              <a:t>CI at a43a558: https://github.com/PavaritPramual/buffet-restaurant-management-system/actions/runs/37876412024</a:t>
            </a:r>
          </a:p>
          <a:p xmlns:a="http://schemas.openxmlformats.org/drawingml/2006/main">
            <a:r>
              <a:t>Volume evidence: test/evidence/sirapat-public-2026-10-09/volume/results.json and browser-results.json; screenshot kitchen-six-lines-768.jpg.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เราตรวจ attributes ของ cookie บน HTTPS จริงแล้วค่ะ และใช้ cookie jars สองชุดแยกกันสำหรับลูกค้าสองคนใน API แต่การตรวจหน้าเว็บใช้ browser context เดียวและจำลองขนาดจอ จึงยังไม่เรียกว่าใช้มือถือจริงสองเครื่อง ระหว่างตรวจพบข้อความ QR ที่แสดงภาษาอังกฤษ เราแก้ให้มีคำแนะนำภาษาไทยและทดสอบในเครื่องแล้ว แต่ยังต้อง review และ deploy การตั้งอายุ cookie 8 ชั่วโมงยังไม่ใช่ผลทดสอบหลังเวลาผ่านครบ 8 ชั่วโมง ส่วน live SHA, runtime และ schema ต้องมีเจ้าของยืนยัน ก่อนรับรอง Final และซ้อมนำเสนอทั้งทีมค่ะ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https://github.com/PavaritPramual/buffet-restaurant-management-system/pull/36</a:t>
            </a:r>
          </a:p>
          <a:p xmlns:a="http://schemas.openxmlformats.org/drawingml/2006/main">
            <a:r>
              <a:t>https://github.com/PavaritPramual/buffet-restaurant-management-system/blob/codex/sirapat-public-regression/doc/testing/sirapat-public-regression-2026-10-09.md</a:t>
            </a:r>
          </a:p>
          <a:p xmlns:a="http://schemas.openxmlformats.org/drawingml/2006/main">
            <a:r>
              <a:t>CI at a43a558: https://github.com/PavaritPramual/buffet-restaurant-management-system/actions/runs/37876412024</a:t>
            </a:r>
          </a:p>
          <a:p xmlns:a="http://schemas.openxmlformats.org/drawingml/2006/main">
            <a:r>
              <a:t>Screenshot: local isolated H2 real missing-session API, customer-missing-360.jpg. Customer lifetime Max-Age28800 is cookie evidence, not elapsed8h proof. This separate deck does not certify canonical team Canva or a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7878b564043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531761e784d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ed347803f4c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1173b4c2b45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dcef8026348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41cf751c74d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23C3F7-1839-4F15-BA5D-FFF0818D1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ECB23C-F7E6-47E9-9E35-F59416EF27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7B6593-6058-418A-9D37-954972B84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72DD7-10EE-47ED-AD75-4140CF919F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7563C7-A5D4-483A-ACD7-2C32D8B7F9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32D593-1520-4D5B-BE7A-E45FB0456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9C5D04-E274-4CE9-A6CD-3A33B767D2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B9E2FB-31F6-438C-A795-70950F8A65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171887-5647-4945-B7FA-D9BDDD9B8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E683EC-9820-471E-8D24-B67200EEE9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fd2a451924cea" /><Relationship Type="http://schemas.openxmlformats.org/officeDocument/2006/relationships/slideLayout" Target="/ppt/slideLayouts/slideLayout1.xml" Id="Rf65f43202aba47dc" /><Relationship Type="http://schemas.openxmlformats.org/officeDocument/2006/relationships/slideLayout" Target="/ppt/slideLayouts/slideLayout2.xml" Id="R1dd5f0f0775649d3" /><Relationship Type="http://schemas.openxmlformats.org/officeDocument/2006/relationships/slideLayout" Target="/ppt/slideLayouts/slideLayout3.xml" Id="R25de3a517e914ab9" /><Relationship Type="http://schemas.openxmlformats.org/officeDocument/2006/relationships/slideLayout" Target="/ppt/slideLayouts/slideLayout4.xml" Id="R4362abb6aaf54e88" /><Relationship Type="http://schemas.openxmlformats.org/officeDocument/2006/relationships/slideLayout" Target="/ppt/slideLayouts/slideLayout5.xml" Id="R0e58b8d5a94242a8" /><Relationship Type="http://schemas.openxmlformats.org/officeDocument/2006/relationships/slideLayout" Target="/ppt/slideLayouts/slideLayout6.xml" Id="R34060e2329f44e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5f43202aba47dc"/>
    <p:sldLayoutId xmlns:r="http://schemas.openxmlformats.org/officeDocument/2006/relationships" id="2147483650" r:id="R1dd5f0f0775649d3"/>
    <p:sldLayoutId xmlns:r="http://schemas.openxmlformats.org/officeDocument/2006/relationships" id="2147483651" r:id="R25de3a517e914ab9"/>
    <p:sldLayoutId xmlns:r="http://schemas.openxmlformats.org/officeDocument/2006/relationships" id="2147483652" r:id="R4362abb6aaf54e88"/>
    <p:sldLayoutId xmlns:r="http://schemas.openxmlformats.org/officeDocument/2006/relationships" id="2147483653" r:id="R0e58b8d5a94242a8"/>
    <p:sldLayoutId xmlns:r="http://schemas.openxmlformats.org/officeDocument/2006/relationships" id="2147483654" r:id="R34060e2329f44e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09bf2d05c45c1" /><Relationship Type="http://schemas.openxmlformats.org/officeDocument/2006/relationships/image" Target="/ppt/media/image.jpeg" Id="R14f8016e99684627" /><Relationship Type="http://schemas.openxmlformats.org/officeDocument/2006/relationships/notesSlide" Target="/ppt/notesSlides/notesSlide1.xml" Id="R10d0a8055c1d4d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cd7bd44934ab5" /><Relationship Type="http://schemas.openxmlformats.org/officeDocument/2006/relationships/image" Target="/ppt/media/image2.jpeg" Id="R6b32431185e4407b" /><Relationship Type="http://schemas.openxmlformats.org/officeDocument/2006/relationships/notesSlide" Target="/ppt/notesSlides/notesSlide2.xml" Id="Rbad9214c03ac41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dd974dd3447c9" /><Relationship Type="http://schemas.openxmlformats.org/officeDocument/2006/relationships/image" Target="/ppt/media/image3.jpeg" Id="Rd1e9cde744914bfd" /><Relationship Type="http://schemas.openxmlformats.org/officeDocument/2006/relationships/notesSlide" Target="/ppt/notesSlides/notesSlide3.xml" Id="Rbc85813ecbf74d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F79FA-7B19-4390-B63C-CC6FDEA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4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63B39"/>
                </a:solidFill>
                <a:latin typeface="Tahoma"/>
                <a:ea typeface="Tahoma"/>
                <a:cs typeface="Tahoma"/>
              </a:rPr>
              <a:t>การทดสอบระบบ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9D730-1DFE-4BB1-99FE-ED82FC75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ศิระพัทธ์ · QA · 9 ตุลาคม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D4782-56F6-4E07-BDFA-E0FD309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5416E-85AE-4C78-9980-3584FFBC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A44924"/>
                </a:solidFill>
                <a:latin typeface="Tahoma"/>
                <a:ea typeface="Tahoma"/>
                <a:cs typeface="Tahoma"/>
              </a:rPr>
              <a:t>Component / JUnit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E0E42-F2F8-40C0-AAA8-CEED3F37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ตรวจ validation, role และ QR retry</a:t>
            </a:r>
          </a:p>
          <a:p xmlns:a="http://schemas.openxmlformats.org/drawingml/2006/main">
            <a: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รวมถึงการสแกนใหม่และการตอบกลับช้า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17682-2A25-4821-9CC5-7AF1665F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A44924"/>
                </a:solidFill>
                <a:latin typeface="Tahoma"/>
                <a:ea typeface="Tahoma"/>
                <a:cs typeface="Tahoma"/>
              </a:rPr>
              <a:t>CI /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AB669-CD60-4827-967B-1A1E3CAC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ทดสอบ migration และ concurrency</a:t>
            </a:r>
          </a:p>
          <a:p xmlns:a="http://schemas.openxmlformats.org/drawingml/2006/main">
            <a: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บนฐานข้อมูลที่สร้างแยกสำหรับทดสอบ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45F21-6827-4911-A77F-B7942A2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A44924"/>
                </a:solidFill>
                <a:latin typeface="Tahoma"/>
                <a:ea typeface="Tahoma"/>
                <a:cs typeface="Tahoma"/>
              </a:rPr>
              <a:t>Public 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E34D2-52DF-473B-A2E3-3B4155A0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709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ใช้งานจริงครบ 4 บทบาท ตั้งแต่เปิดโต๊ะถึงปิดโต๊ะ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BE7AF-43D8-4D21-A559-F153FB758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8016e99684627"/>
          <a:stretch xmlns:a="http://schemas.openxmlformats.org/drawingml/2006/main"/>
        </p:blipFill>
        <p:spPr>
          <a:xfrm xmlns:a="http://schemas.openxmlformats.org/drawingml/2006/main">
            <a:off x="8610943" y="1714500"/>
            <a:ext cx="2713939" cy="35337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68765-C53D-4A87-B273-B20003BE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673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โต๊ะว่างหลังปิดรอบทดสอบ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880414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3D71D-125F-4E9F-BF09-F53B156B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4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63B39"/>
                </a:solidFill>
                <a:latin typeface="Tahoma"/>
                <a:ea typeface="Tahoma"/>
                <a:cs typeface="Tahoma"/>
              </a:rPr>
              <a:t>ผลทดสอบและ QR ลูกค้า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394A1-045C-4054-B538-87898BA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ศิระพัทธ์ · QA · 9 ตุลาคม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3B225-A984-407E-8319-8E531225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FC55C-4548-48BA-9438-523C399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8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pPr>
            <a:r>
              <a:rPr sz="5850" b="1">
                <a:solidFill>
                  <a:srgbClr val="163B39"/>
                </a:solidFill>
                <a:latin typeface="Tahoma"/>
                <a:ea typeface="Tahoma"/>
                <a:cs typeface="Tahoma"/>
              </a:rPr>
              <a:t>352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3EAC9-9826-4BA5-A9B6-8749BFD3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Backend /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49906-F921-4999-AD1B-58DC928B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8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pPr>
            <a:r>
              <a:rPr sz="5850" b="1">
                <a:solidFill>
                  <a:srgbClr val="163B39"/>
                </a:solidFill>
                <a:latin typeface="Tahoma"/>
                <a:ea typeface="Tahoma"/>
                <a:cs typeface="Tahoma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0FB8E-5065-40A9-91A2-772EFB31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22CEF-CE94-475A-988C-4C80F0D5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A4492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44924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A44924"/>
                </a:solidFill>
                <a:latin typeface="Tahoma"/>
                <a:ea typeface="Tahoma"/>
                <a:cs typeface="Tahoma"/>
              </a:rPr>
              <a:t>CI ผ่าน ไม่มี backend test ที่ข้าม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32A93-D09F-47AA-B6FE-ED1DEF27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63B39"/>
                </a:solidFill>
                <a:latin typeface="Tahoma"/>
                <a:ea typeface="Tahoma"/>
                <a:cs typeface="Tahoma"/>
              </a:rPr>
              <a:t>Public API 12 กลุ่ม · Browser 12 กลุ่ม ผ่าน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77F8E-5D09-45B6-9F84-D526BC4E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7105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เพิ่มอาหารพร้อมสั่ง 30 เมนู ใน 5 หมวด</a:t>
            </a:r>
          </a:p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QR ส่งจริง 6 เมนู รวม 8 ชิ้น เป็นออเดอร์ #3</a:t>
            </a:r>
          </a:p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ครัวได้รับครบ และลูกค้าโหลดกลับมาเห็นออเดอร์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8A6F0-835F-44CE-9CCE-399D88A8A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2431185e4407b"/>
          <a:stretch xmlns:a="http://schemas.openxmlformats.org/drawingml/2006/main"/>
        </p:blipFill>
        <p:spPr>
          <a:xfrm xmlns:a="http://schemas.openxmlformats.org/drawingml/2006/main">
            <a:off x="8305800" y="1678781"/>
            <a:ext cx="3200400" cy="4167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3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FC772-B4DB-41BA-A76A-56E84779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4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9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63B39"/>
                </a:solidFill>
                <a:latin typeface="Tahoma"/>
                <a:ea typeface="Tahoma"/>
                <a:cs typeface="Tahoma"/>
              </a:rPr>
              <a:t>ขอบเขตหลักฐานและงานก่อน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854F1-5143-4062-BEE4-FDB8FFD2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ศิระพัทธ์ · QA · 9 ตุลาคม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2556F-CA8A-4EA6-AD35-62AB9C22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D9012-F349-4572-8774-ECB5A13D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A44924"/>
                </a:solidFill>
                <a:latin typeface="Tahoma"/>
                <a:ea typeface="Tahoma"/>
                <a:cs typeface="Tahoma"/>
              </a:rPr>
              <a:t>ตรวจแล้ว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3F173-13FE-42CE-8875-99C783D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086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Cookie บน HTTPS เป็น Secure / HttpOnly / SameSite</a:t>
            </a:r>
          </a:p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ลูกค้า 2 cookie contexts ตรวจที่ API</a:t>
            </a:r>
          </a:p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หน้าเว็บใช้ 1 browser context และจำลองขนาดจอ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D9C4C-7DEB-410A-87DE-C1D3688D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44924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A44924"/>
                </a:solidFill>
                <a:latin typeface="Tahoma"/>
                <a:ea typeface="Tahoma"/>
                <a:cs typeface="Tahoma"/>
              </a:rPr>
              <a:t>ยังรอ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8D29B-1446-4AEC-917D-841C8CE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70866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QR ภาษาไทยแก้แล้วใน PR #36 รอ review / deploy</a:t>
            </a:r>
          </a:p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การหมดอายุตามเวลา 8 ชั่วโมงและ staff TTL</a:t>
            </a:r>
          </a:p>
          <a:p xmlns:a="http://schemas.openxmlformats.org/drawingml/2006/main">
            <a:pPr>
              <a:defRPr sz="1950" b="0">
                <a:solidFill>
                  <a:srgbClr val="343B4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43B43"/>
                </a:solidFill>
                <a:latin typeface="Tahoma"/>
                <a:ea typeface="Tahoma"/>
                <a:cs typeface="Tahoma"/>
              </a:rPr>
              <a:t>ยืนยัน live SHA, runtime/schema และ release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C711C-7753-4D9D-AACC-6A087A37E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9cde744914bfd"/>
          <a:srcRect xmlns:a="http://schemas.openxmlformats.org/drawingml/2006/main" l="0" t="0" r="0" b="59000"/>
          <a:stretch xmlns:a="http://schemas.openxmlformats.org/drawingml/2006/main"/>
        </p:blipFill>
        <p:spPr>
          <a:xfrm xmlns:a="http://schemas.openxmlformats.org/drawingml/2006/main">
            <a:off x="8343900" y="1638300"/>
            <a:ext cx="3143250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8AA8B-22F9-40D9-9E88-7112873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81650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คำแนะนำ QR ภาษาไทย</a:t>
            </a:r>
          </a:p>
          <a:p xmlns:a="http://schemas.openxmlformats.org/drawingml/2006/main">
            <a:pPr>
              <a:defRPr sz="1725" b="0">
                <a:solidFill>
                  <a:srgbClr val="666E7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66E73"/>
                </a:solidFill>
                <a:latin typeface="Tahoma"/>
                <a:ea typeface="Tahoma"/>
                <a:cs typeface="Tahoma"/>
              </a:rPr>
              <a:t>ตรวจในเครื่อง ยังไม่ขึ้น Render</a:t>
            </a:r>
          </a:p>
        </p:txBody>
      </p:sp>
    </p:spTree>
    <p:extLst>
      <p:ext uri="{BB962C8B-B14F-4D97-AF65-F5344CB8AC3E}">
        <p14:creationId xmlns:p14="http://schemas.microsoft.com/office/powerpoint/2010/main" val="1575420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2026-10-09T03:08:00.7670000Z</dcterms:created>
  <dcterms:modified xsi:type="dcterms:W3CDTF">2026-10-09T03:08:00.7670000Z</dcterms:modified>
</coreProperties>
</file>