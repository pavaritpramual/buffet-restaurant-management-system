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aa29bee1cf741f8" /><Relationship Type="http://schemas.openxmlformats.org/officeDocument/2006/relationships/extended-properties" Target="/docProps/app.xml" Id="Rdf6f107a85804804" /><Relationship Type="http://schemas.openxmlformats.org/officeDocument/2006/relationships/officeDocument" Target="/ppt/presentation.xml" Id="R4cb4ca60d6fd41ab" /></Relationships>
</file>

<file path=ppt/presentation.xml><?xml version="1.0" encoding="utf-8"?>
<p:presentation xmlns:p="http://schemas.openxmlformats.org/presentationml/2006/main">
  <p:sldMasterIdLst>
    <p:sldMasterId xmlns:r="http://schemas.openxmlformats.org/officeDocument/2006/relationships" id="2147483648" r:id="R21533fbd1e98428f"/>
  </p:sldMasterIdLst>
  <p:notesMasterIdLst>
    <p:notesMasterId xmlns:r="http://schemas.openxmlformats.org/officeDocument/2006/relationships" r:id="Red4f22855b1c48a4"/>
  </p:notesMasterIdLst>
  <p:sldIdLst>
    <p:sldId xmlns:r="http://schemas.openxmlformats.org/officeDocument/2006/relationships" id="256" r:id="R635012a294b34431"/>
    <p:sldId xmlns:r="http://schemas.openxmlformats.org/officeDocument/2006/relationships" id="257" r:id="Ra7183591083e40e8"/>
    <p:sldId xmlns:r="http://schemas.openxmlformats.org/officeDocument/2006/relationships" id="258" r:id="R2891a43e677d41c7"/>
    <p:sldId xmlns:r="http://schemas.openxmlformats.org/officeDocument/2006/relationships" id="259" r:id="Rd9c6e3610cc148c3"/>
    <p:sldId xmlns:r="http://schemas.openxmlformats.org/officeDocument/2006/relationships" id="260" r:id="Ref35faf6e49f4ba9"/>
    <p:sldId xmlns:r="http://schemas.openxmlformats.org/officeDocument/2006/relationships" id="261" r:id="R8c084b26165f484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12744e2a03c495f" /><Relationship Type="http://schemas.openxmlformats.org/officeDocument/2006/relationships/slideMaster" Target="/ppt/slideMasters/slideMaster1.xml" Id="R21533fbd1e98428f" /><Relationship Type="http://schemas.openxmlformats.org/officeDocument/2006/relationships/notesMaster" Target="/ppt/notesMasters/notesMaster1.xml" Id="Red4f22855b1c48a4" /><Relationship Type="http://schemas.openxmlformats.org/officeDocument/2006/relationships/presProps" Target="/ppt/presProps.xml" Id="Rf3d51707a6e54ef3" /><Relationship Type="http://schemas.openxmlformats.org/officeDocument/2006/relationships/tableStyles" Target="/ppt/tableStyles.xml" Id="Rfa9cb608934c4c98" /><Relationship Type="http://schemas.openxmlformats.org/officeDocument/2006/relationships/slide" Target="/ppt/slides/slide1.xml" Id="R635012a294b34431" /><Relationship Type="http://schemas.openxmlformats.org/officeDocument/2006/relationships/slide" Target="/ppt/slides/slide2.xml" Id="Ra7183591083e40e8" /><Relationship Type="http://schemas.openxmlformats.org/officeDocument/2006/relationships/slide" Target="/ppt/slides/slide3.xml" Id="R2891a43e677d41c7" /><Relationship Type="http://schemas.openxmlformats.org/officeDocument/2006/relationships/slide" Target="/ppt/slides/slide4.xml" Id="Rd9c6e3610cc148c3" /><Relationship Type="http://schemas.openxmlformats.org/officeDocument/2006/relationships/slide" Target="/ppt/slides/slide5.xml" Id="Ref35faf6e49f4ba9" /><Relationship Type="http://schemas.openxmlformats.org/officeDocument/2006/relationships/slide" Target="/ppt/slides/slide6.xml" Id="R8c084b26165f484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f878d2181974b9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7bdfc7fa88e4dc1" /><Relationship Type="http://schemas.openxmlformats.org/officeDocument/2006/relationships/notesMaster" Target="/ppt/notesMasters/notesMaster1.xml" Id="R020b8455ec0d43e4" /></Relationships>
</file>

<file path=ppt/notesSlides/_rels/notesSlide2.xml.rels>&#65279;<?xml version="1.0" encoding="utf-8"?><Relationships xmlns="http://schemas.openxmlformats.org/package/2006/relationships"><Relationship Type="http://schemas.openxmlformats.org/officeDocument/2006/relationships/slide" Target="/ppt/slides/slide2.xml" Id="R1545ff1fe0ac4481" /><Relationship Type="http://schemas.openxmlformats.org/officeDocument/2006/relationships/notesMaster" Target="/ppt/notesMasters/notesMaster1.xml" Id="R0406269b834642e2" /></Relationships>
</file>

<file path=ppt/notesSlides/_rels/notesSlide3.xml.rels>&#65279;<?xml version="1.0" encoding="utf-8"?><Relationships xmlns="http://schemas.openxmlformats.org/package/2006/relationships"><Relationship Type="http://schemas.openxmlformats.org/officeDocument/2006/relationships/slide" Target="/ppt/slides/slide3.xml" Id="R94e80b8342594196" /><Relationship Type="http://schemas.openxmlformats.org/officeDocument/2006/relationships/notesMaster" Target="/ppt/notesMasters/notesMaster1.xml" Id="Rd5ecec88081a4e59" /></Relationships>
</file>

<file path=ppt/notesSlides/_rels/notesSlide4.xml.rels>&#65279;<?xml version="1.0" encoding="utf-8"?><Relationships xmlns="http://schemas.openxmlformats.org/package/2006/relationships"><Relationship Type="http://schemas.openxmlformats.org/officeDocument/2006/relationships/slide" Target="/ppt/slides/slide4.xml" Id="Rb6ce5d5ad47442d5" /><Relationship Type="http://schemas.openxmlformats.org/officeDocument/2006/relationships/notesMaster" Target="/ppt/notesMasters/notesMaster1.xml" Id="R8819ec7d62b74198" /></Relationships>
</file>

<file path=ppt/notesSlides/_rels/notesSlide5.xml.rels>&#65279;<?xml version="1.0" encoding="utf-8"?><Relationships xmlns="http://schemas.openxmlformats.org/package/2006/relationships"><Relationship Type="http://schemas.openxmlformats.org/officeDocument/2006/relationships/slide" Target="/ppt/slides/slide5.xml" Id="Rfe32e6a90d4d4bdd" /><Relationship Type="http://schemas.openxmlformats.org/officeDocument/2006/relationships/notesMaster" Target="/ppt/notesMasters/notesMaster1.xml" Id="Re5fbcee73f1c4e10" /></Relationships>
</file>

<file path=ppt/notesSlides/_rels/notesSlide6.xml.rels>&#65279;<?xml version="1.0" encoding="utf-8"?><Relationships xmlns="http://schemas.openxmlformats.org/package/2006/relationships"><Relationship Type="http://schemas.openxmlformats.org/officeDocument/2006/relationships/slide" Target="/ppt/slides/slide6.xml" Id="R334a0eeb89c54189" /><Relationship Type="http://schemas.openxmlformats.org/officeDocument/2006/relationships/notesMaster" Target="/ppt/notesMasters/notesMaster1.xml" Id="Rfd82f9f2eda04ba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หน้าที่ของศิระพัทธ์คือดูแล test strategy/traceability, Customer และ components กลาง ตรวจ UI เจ้าของ feature และส่งหลักฐานที่แยก baseline/local/public ชัดเจน สไลด์ชุดนี้เป็นส่วนส่งให้ปวริศช์รวม ยังไม่ได้รับรอง release หรือการซ้อมห้าคน</a:t>
            </a:r>
          </a:p>
          <a:p xmlns:a="http://schemas.openxmlformats.org/drawingml/2006/main">
            <a:r>
              <a:t>Source: https://app.notion.com/p/37e90b8ff964834fad3701e2d8115de2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ผล H2 ไม่พิสูจน์ PostgreSQL lock/grants ส่วน HTTP response fixtures ใช้ตรวจ loading/empty/error ต้องแยกจาก Core Flow ที่ไม่มี mocks CI ต้องเป็น run ของ revision ที่ตรวจรับ เอกสารอ้าง test name อย่างเดียวไม่ใช่ผลรัน</a:t>
            </a:r>
          </a:p>
          <a:p xmlns:a="http://schemas.openxmlformats.org/drawingml/2006/main">
            <a:r>
              <a:t>Sources: doc/testing/test-plan.md; .github/workflows/ci.yml; doc/testing/sirapat-step3-report.md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QR token ถูกลบจาก fragment ทันที ส่งใน POST body เท่านั้น backend rotate QR และเก็บ hash ของ credential หน้าเว็บกัน stale response และ retry menu ผ่าน cookie แทนแลก token ใช้แล้วซ้ำ ใช้หนึ่ง ordering tab ต่อ browser profile; ไม่ได้อ้างว่ามี cross-tab synchronization</a:t>
            </a:r>
          </a:p>
          <a:p xmlns:a="http://schemas.openxmlformats.org/drawingml/2006/main">
            <a:r>
              <a:t>Sources: doc/contracts/ordering-contract.md; code/frontend/src/features/ordering/api.ts; CustomerOrderingPage.tsx; CustomerOrderingPage.test.tsx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ก่อนแก้เพิ่มสาม regression cases แล้วล้มเหลวทั้งสาม: Manager/Supervisor ยังเห็น stock หลัง protected API401 และ late restore ยังคืนหน้าเดิมได้ หลังแก้ทั้งหมดผ่าน คำว่า backend274มาจาก301 discovered minus27 skipped ไม่ใช้303ของStep2แทนผลใหม่ สาเหตุ skipped คือไม่มี configured disposablePG และ Docker daemon ตัวเลขเป็น local รอบ6ตุลาคม ไม่ใช่ release</a:t>
            </a:r>
          </a:p>
          <a:p xmlns:a="http://schemas.openxmlformats.org/drawingml/2006/main">
            <a:r>
              <a:t>Sources: code/frontend/src/features/admin/AdminShell.tsx; AdminShell.test.tsx; doc/testing/sirapat-step3-report.md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 แยก catalog/order/mapping; O เพิ่ม provider ได้; L allowed/denied contract แต่ fixtureใช้เฉพาะการตั้งค่าทดสอบ; I orderingไม่รับcatalog writes; D constructor injection PackageMenuItemไม่มีJavaentityแยก ต้องแยกSQLcascade membershipกับJPAentitycascade Orderhistoryใช้RESTRICT จึงmark unavailableแทนลบ ไม่มีquery-count benchmarkของAdmin pagination จึงไม่อ้างว่าไม่มีN+1ทุกquery</a:t>
            </a:r>
          </a:p>
          <a:p xmlns:a="http://schemas.openxmlformats.org/drawingml/2006/main">
            <a:r>
              <a:t>Sources: doc/architecture/sirapat-menu-ordering-solid-jpa.md; MenuItem.java; MenuItemRepository.java; V4__create_menu_and_order_tables.sql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เมธัสรับStock/Profile ธีรเมธรับpublicdeployment ปวริศช์รวมrelease/E2E ศรัณย์ตรวจAPI/State ศิระพัทธ์ตรวจUI/tests ไม่มีการติ๊กFinalจากผลlocalหรือreportเก่า ไม่มีpassword/token/cookieในสไลด์</a:t>
            </a:r>
          </a:p>
          <a:p xmlns:a="http://schemas.openxmlformats.org/drawingml/2006/main">
            <a:r>
              <a:t>Sources: Notion Step3 https://app.notion.com/p/37e90b8ff964834fad3701e2d8115de2; doc/testing/requirement-test-traceability.md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3ef74ec8da74d6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e857742e8874440" /><Relationship Type="http://schemas.openxmlformats.org/officeDocument/2006/relationships/slideLayout" Target="/ppt/slideLayouts/slideLayout1.xml" Id="R68046c6035d14fe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8046c6035d14fe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6e4bb32ebe64126" /><Relationship Type="http://schemas.openxmlformats.org/officeDocument/2006/relationships/notesSlide" Target="/ppt/notesSlides/notesSlide1.xml" Id="R1528a3904ac24a32"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717278add4d4de2" /><Relationship Type="http://schemas.openxmlformats.org/officeDocument/2006/relationships/notesSlide" Target="/ppt/notesSlides/notesSlide2.xml" Id="Rfd1f6436dc9d48b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f782ec4cedd4c4a" /><Relationship Type="http://schemas.openxmlformats.org/officeDocument/2006/relationships/notesSlide" Target="/ppt/notesSlides/notesSlide3.xml" Id="R81ab7a79791e4eb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13097647f544d50" /><Relationship Type="http://schemas.openxmlformats.org/officeDocument/2006/relationships/notesSlide" Target="/ppt/notesSlides/notesSlide4.xml" Id="R9fcb660aa869495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173b07c36bf4a13" /><Relationship Type="http://schemas.openxmlformats.org/officeDocument/2006/relationships/notesSlide" Target="/ppt/notesSlides/notesSlide5.xml" Id="R6a26241ede8e4bd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41857d6d9bd84302" /><Relationship Type="http://schemas.openxmlformats.org/officeDocument/2006/relationships/notesSlide" Target="/ppt/notesSlides/notesSlide6.xml" Id="R24607938c6964311" /></Relationships>
</file>

<file path=ppt/slides/slide1.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CF8F8BE-142C-4B84-8242-84C7F157A2B7}"/>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9A3412"/>
                </a:solidFill>
                <a:latin typeface="Tahoma"/>
                <a:ea typeface="Tahoma"/>
                <a:cs typeface="Tahoma"/>
              </a:defRPr>
            </a:pPr>
            <a:r>
              <a:rPr sz="3300" b="1">
                <a:solidFill>
                  <a:srgbClr val="9A3412"/>
                </a:solidFill>
                <a:latin typeface="Tahoma"/>
                <a:ea typeface="Tahoma"/>
                <a:cs typeface="Tahoma"/>
              </a:rPr>
              <a:t>ศิระพัทธ์ — การทดสอบและคุณภาพ UI</a:t>
            </a:r>
          </a:p>
        </p:txBody>
      </p:sp>
      <p:sp>
        <p:nvSpPr>
          <p:cNvPr id="2" name="">
            <a:extLst xmlns:a="http://schemas.openxmlformats.org/drawingml/2006/main">
              <a:ext uri="{FF2B5EF4-FFF2-40B4-BE49-F238E27FC236}">
                <a16:creationId xmlns:a16="http://schemas.microsoft.com/office/drawing/2014/main" id="{686BA704-3CFB-4DA1-BCD1-D42AC9693B8D}"/>
              </a:ext>
            </a:extLst>
          </p:cNvPr>
          <p:cNvSpPr>
            <a:spLocks xmlns:a="http://schemas.openxmlformats.org/drawingml/2006/main" noGrp="1"/>
          </p:cNvSpPr>
          <p:nvPr/>
        </p:nvSpPr>
        <p:spPr>
          <a:xfrm xmlns:a="http://schemas.openxmlformats.org/drawingml/2006/main">
            <a:off x="685800" y="19050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0">
                <a:solidFill>
                  <a:srgbClr val="1F2937"/>
                </a:solidFill>
                <a:latin typeface="Tahoma"/>
                <a:ea typeface="Tahoma"/>
                <a:cs typeface="Tahoma"/>
              </a:defRPr>
            </a:pPr>
            <a:r>
              <a:rPr sz="3150" b="0">
                <a:solidFill>
                  <a:srgbClr val="1F2937"/>
                </a:solidFill>
                <a:latin typeface="Tahoma"/>
                <a:ea typeface="Tahoma"/>
                <a:cs typeface="Tahoma"/>
              </a:rPr>
              <a:t>Menu / Ordering · Customer QR · Shared UI</a:t>
            </a:r>
          </a:p>
        </p:txBody>
      </p:sp>
      <p:sp>
        <p:nvSpPr>
          <p:cNvPr id="3" name="">
            <a:extLst xmlns:a="http://schemas.openxmlformats.org/drawingml/2006/main">
              <a:ext uri="{FF2B5EF4-FFF2-40B4-BE49-F238E27FC236}">
                <a16:creationId xmlns:a16="http://schemas.microsoft.com/office/drawing/2014/main" id="{B0AD6F85-BEFB-48FD-97B7-94BF3AF407B1}"/>
              </a:ext>
            </a:extLst>
          </p:cNvPr>
          <p:cNvSpPr>
            <a:spLocks xmlns:a="http://schemas.openxmlformats.org/drawingml/2006/main" noGrp="1"/>
          </p:cNvSpPr>
          <p:nvPr/>
        </p:nvSpPr>
        <p:spPr>
          <a:xfrm xmlns:a="http://schemas.openxmlformats.org/drawingml/2006/main">
            <a:off x="685800" y="26860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F2937"/>
                </a:solidFill>
                <a:latin typeface="Tahoma"/>
                <a:ea typeface="Tahoma"/>
                <a:cs typeface="Tahoma"/>
              </a:defRPr>
            </a:pPr>
            <a:r>
              <a:rPr sz="2400" b="0">
                <a:solidFill>
                  <a:srgbClr val="1F2937"/>
                </a:solidFill>
                <a:latin typeface="Tahoma"/>
                <a:ea typeface="Tahoma"/>
                <a:cs typeface="Tahoma"/>
              </a:rPr>
              <a:t>Buffet Restaurant Management System</a:t>
            </a:r>
          </a:p>
        </p:txBody>
      </p:sp>
      <p:sp>
        <p:nvSpPr>
          <p:cNvPr id="4" name="">
            <a:extLst xmlns:a="http://schemas.openxmlformats.org/drawingml/2006/main">
              <a:ext uri="{FF2B5EF4-FFF2-40B4-BE49-F238E27FC236}">
                <a16:creationId xmlns:a16="http://schemas.microsoft.com/office/drawing/2014/main" id="{98E761FA-02EF-462E-BE19-9AD87D21169E}"/>
              </a:ext>
            </a:extLst>
          </p:cNvPr>
          <p:cNvSpPr>
            <a:spLocks xmlns:a="http://schemas.openxmlformats.org/drawingml/2006/main" noGrp="1"/>
          </p:cNvSpPr>
          <p:nvPr/>
        </p:nvSpPr>
        <p:spPr>
          <a:xfrm xmlns:a="http://schemas.openxmlformats.org/drawingml/2006/main">
            <a:off x="685800" y="34671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F2937"/>
                </a:solidFill>
                <a:latin typeface="Tahoma"/>
                <a:ea typeface="Tahoma"/>
                <a:cs typeface="Tahoma"/>
              </a:defRPr>
            </a:pPr>
            <a:r>
              <a:rPr sz="2100" b="0">
                <a:solidFill>
                  <a:srgbClr val="1F2937"/>
                </a:solidFill>
                <a:latin typeface="Tahoma"/>
                <a:ea typeface="Tahoma"/>
                <a:cs typeface="Tahoma"/>
              </a:rPr>
              <a:t>Step 3 · 6 ตุลาคม 2026</a:t>
            </a:r>
          </a:p>
        </p:txBody>
      </p:sp>
      <p:sp>
        <p:nvSpPr>
          <p:cNvPr id="5" name="">
            <a:extLst xmlns:a="http://schemas.openxmlformats.org/drawingml/2006/main">
              <a:ext uri="{FF2B5EF4-FFF2-40B4-BE49-F238E27FC236}">
                <a16:creationId xmlns:a16="http://schemas.microsoft.com/office/drawing/2014/main" id="{9E04D51F-EE88-4DD9-B2B9-EFDF54A29C91}"/>
              </a:ext>
            </a:extLst>
          </p:cNvPr>
          <p:cNvSpPr>
            <a:spLocks xmlns:a="http://schemas.openxmlformats.org/drawingml/2006/main" noGrp="1"/>
          </p:cNvSpPr>
          <p:nvPr/>
        </p:nvSpPr>
        <p:spPr>
          <a:xfrm xmlns:a="http://schemas.openxmlformats.org/drawingml/2006/main">
            <a:off x="685800" y="42481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F2937"/>
                </a:solidFill>
                <a:latin typeface="Tahoma"/>
                <a:ea typeface="Tahoma"/>
                <a:cs typeface="Tahoma"/>
              </a:defRPr>
            </a:pPr>
            <a:r>
              <a:rPr sz="2100" b="0">
                <a:solidFill>
                  <a:srgbClr val="1F2937"/>
                </a:solidFill>
                <a:latin typeface="Tahoma"/>
                <a:ea typeface="Tahoma"/>
                <a:cs typeface="Tahoma"/>
              </a:rPr>
              <a:t>ผล local รอบเริ่มงาน — ยังรอ public release</a:t>
            </a:r>
          </a:p>
        </p:txBody>
      </p:sp>
      <p:sp>
        <p:nvSpPr>
          <p:cNvPr id="6" name="">
            <a:extLst xmlns:a="http://schemas.openxmlformats.org/drawingml/2006/main">
              <a:ext uri="{FF2B5EF4-FFF2-40B4-BE49-F238E27FC236}">
                <a16:creationId xmlns:a16="http://schemas.microsoft.com/office/drawing/2014/main" id="{800958F9-23F2-4DDD-AB54-BED4C21D593A}"/>
              </a:ext>
            </a:extLst>
          </p:cNvPr>
          <p:cNvSpPr>
            <a:spLocks xmlns:a="http://schemas.openxmlformats.org/drawingml/2006/main" noGrp="1"/>
          </p:cNvSpPr>
          <p:nvPr/>
        </p:nvSpPr>
        <p:spPr>
          <a:xfrm xmlns:a="http://schemas.openxmlformats.org/drawingml/2006/main">
            <a:off x="685800" y="63055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4B5563"/>
                </a:solidFill>
                <a:latin typeface="Tahoma"/>
                <a:ea typeface="Tahoma"/>
                <a:cs typeface="Tahoma"/>
              </a:defRPr>
            </a:pPr>
            <a:r>
              <a:rPr sz="1500" b="0">
                <a:solidFill>
                  <a:srgbClr val="4B5563"/>
                </a:solidFill>
                <a:latin typeface="Tahoma"/>
                <a:ea typeface="Tahoma"/>
                <a:cs typeface="Tahoma"/>
              </a:rPr>
              <a:t>ศิระพัทธ์ · Step 3 · Local contribution  |  1 / 6</a:t>
            </a:r>
          </a:p>
        </p:txBody>
      </p:sp>
    </p:spTree>
    <p:extLst>
      <p:ext uri="{BB962C8B-B14F-4D97-AF65-F5344CB8AC3E}">
        <p14:creationId xmlns:p14="http://schemas.microsoft.com/office/powerpoint/2010/main" val="1679012275"/>
      </p:ext>
    </p:extLst>
  </p:cSld>
</p:sld>
</file>

<file path=ppt/slides/slide2.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74C754D-47BB-499F-BAD1-BCA8AD2F67BE}"/>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9A3412"/>
                </a:solidFill>
                <a:latin typeface="Tahoma"/>
                <a:ea typeface="Tahoma"/>
                <a:cs typeface="Tahoma"/>
              </a:defRPr>
            </a:pPr>
            <a:r>
              <a:rPr sz="3300" b="1">
                <a:solidFill>
                  <a:srgbClr val="9A3412"/>
                </a:solidFill>
                <a:latin typeface="Tahoma"/>
                <a:ea typeface="Tahoma"/>
                <a:cs typeface="Tahoma"/>
              </a:rPr>
              <a:t>หลักฐานการทดสอบแต่ละระดับ</a:t>
            </a:r>
          </a:p>
        </p:txBody>
      </p:sp>
      <p:sp>
        <p:nvSpPr>
          <p:cNvPr id="2" name="">
            <a:extLst xmlns:a="http://schemas.openxmlformats.org/drawingml/2006/main">
              <a:ext uri="{FF2B5EF4-FFF2-40B4-BE49-F238E27FC236}">
                <a16:creationId xmlns:a16="http://schemas.microsoft.com/office/drawing/2014/main" id="{D5CB5221-37B0-4673-9543-FD598BB60DC5}"/>
              </a:ext>
            </a:extLst>
          </p:cNvPr>
          <p:cNvSpPr>
            <a:spLocks xmlns:a="http://schemas.openxmlformats.org/drawingml/2006/main" noGrp="1"/>
          </p:cNvSpPr>
          <p:nvPr/>
        </p:nvSpPr>
        <p:spPr>
          <a:xfrm xmlns:a="http://schemas.openxmlformats.org/drawingml/2006/main">
            <a:off x="685800" y="17145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F2937"/>
                </a:solidFill>
                <a:latin typeface="Tahoma"/>
                <a:ea typeface="Tahoma"/>
                <a:cs typeface="Tahoma"/>
              </a:defRPr>
            </a:pPr>
            <a:r>
              <a:rPr sz="2250" b="0">
                <a:solidFill>
                  <a:srgbClr val="1F2937"/>
                </a:solidFill>
                <a:latin typeface="Tahoma"/>
                <a:ea typeface="Tahoma"/>
                <a:cs typeface="Tahoma"/>
              </a:rPr>
              <a:t>Unit / Component: กฎธุรกิจและ state ของหน้าเว็บ</a:t>
            </a:r>
          </a:p>
        </p:txBody>
      </p:sp>
      <p:sp>
        <p:nvSpPr>
          <p:cNvPr id="3" name="">
            <a:extLst xmlns:a="http://schemas.openxmlformats.org/drawingml/2006/main">
              <a:ext uri="{FF2B5EF4-FFF2-40B4-BE49-F238E27FC236}">
                <a16:creationId xmlns:a16="http://schemas.microsoft.com/office/drawing/2014/main" id="{E5B7C5FC-757A-46DE-B3DF-ECC616137970}"/>
              </a:ext>
            </a:extLst>
          </p:cNvPr>
          <p:cNvSpPr>
            <a:spLocks xmlns:a="http://schemas.openxmlformats.org/drawingml/2006/main" noGrp="1"/>
          </p:cNvSpPr>
          <p:nvPr/>
        </p:nvSpPr>
        <p:spPr>
          <a:xfrm xmlns:a="http://schemas.openxmlformats.org/drawingml/2006/main">
            <a:off x="685800" y="24955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F2937"/>
                </a:solidFill>
                <a:latin typeface="Tahoma"/>
                <a:ea typeface="Tahoma"/>
                <a:cs typeface="Tahoma"/>
              </a:defRPr>
            </a:pPr>
            <a:r>
              <a:rPr sz="2250" b="0">
                <a:solidFill>
                  <a:srgbClr val="1F2937"/>
                </a:solidFill>
                <a:latin typeface="Tahoma"/>
                <a:ea typeface="Tahoma"/>
                <a:cs typeface="Tahoma"/>
              </a:rPr>
              <a:t>H2 Integration: HTTP, cookie, Origin และ persistence</a:t>
            </a:r>
          </a:p>
        </p:txBody>
      </p:sp>
      <p:sp>
        <p:nvSpPr>
          <p:cNvPr id="4" name="">
            <a:extLst xmlns:a="http://schemas.openxmlformats.org/drawingml/2006/main">
              <a:ext uri="{FF2B5EF4-FFF2-40B4-BE49-F238E27FC236}">
                <a16:creationId xmlns:a16="http://schemas.microsoft.com/office/drawing/2014/main" id="{BF60FDBA-3C48-47A4-BD55-0A9E404E9BF3}"/>
              </a:ext>
            </a:extLst>
          </p:cNvPr>
          <p:cNvSpPr>
            <a:spLocks xmlns:a="http://schemas.openxmlformats.org/drawingml/2006/main" noGrp="1"/>
          </p:cNvSpPr>
          <p:nvPr/>
        </p:nvSpPr>
        <p:spPr>
          <a:xfrm xmlns:a="http://schemas.openxmlformats.org/drawingml/2006/main">
            <a:off x="685800" y="32766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F2937"/>
                </a:solidFill>
                <a:latin typeface="Tahoma"/>
                <a:ea typeface="Tahoma"/>
                <a:cs typeface="Tahoma"/>
              </a:defRPr>
            </a:pPr>
            <a:r>
              <a:rPr sz="2250" b="0">
                <a:solidFill>
                  <a:srgbClr val="1F2937"/>
                </a:solidFill>
                <a:latin typeface="Tahoma"/>
                <a:ea typeface="Tahoma"/>
                <a:cs typeface="Tahoma"/>
              </a:rPr>
              <a:t>PostgreSQL: migration, grants และ lock contention</a:t>
            </a:r>
          </a:p>
        </p:txBody>
      </p:sp>
      <p:sp>
        <p:nvSpPr>
          <p:cNvPr id="5" name="">
            <a:extLst xmlns:a="http://schemas.openxmlformats.org/drawingml/2006/main">
              <a:ext uri="{FF2B5EF4-FFF2-40B4-BE49-F238E27FC236}">
                <a16:creationId xmlns:a16="http://schemas.microsoft.com/office/drawing/2014/main" id="{28C210F7-AAEC-4991-ADC7-F75509025E1E}"/>
              </a:ext>
            </a:extLst>
          </p:cNvPr>
          <p:cNvSpPr>
            <a:spLocks xmlns:a="http://schemas.openxmlformats.org/drawingml/2006/main" noGrp="1"/>
          </p:cNvSpPr>
          <p:nvPr/>
        </p:nvSpPr>
        <p:spPr>
          <a:xfrm xmlns:a="http://schemas.openxmlformats.org/drawingml/2006/main">
            <a:off x="685800" y="40576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F2937"/>
                </a:solidFill>
                <a:latin typeface="Tahoma"/>
                <a:ea typeface="Tahoma"/>
                <a:cs typeface="Tahoma"/>
              </a:defRPr>
            </a:pPr>
            <a:r>
              <a:rPr sz="2250" b="0">
                <a:solidFill>
                  <a:srgbClr val="1F2937"/>
                </a:solidFill>
                <a:latin typeface="Tahoma"/>
                <a:ea typeface="Tahoma"/>
                <a:cs typeface="Tahoma"/>
              </a:rPr>
              <a:t>Browser: flow จริงผ่านบัญชีแยกและ QR ที่ระบบสร้าง</a:t>
            </a:r>
          </a:p>
        </p:txBody>
      </p:sp>
      <p:sp>
        <p:nvSpPr>
          <p:cNvPr id="6" name="">
            <a:extLst xmlns:a="http://schemas.openxmlformats.org/drawingml/2006/main">
              <a:ext uri="{FF2B5EF4-FFF2-40B4-BE49-F238E27FC236}">
                <a16:creationId xmlns:a16="http://schemas.microsoft.com/office/drawing/2014/main" id="{5498810B-7061-4B19-A018-21BF2FAB5A5E}"/>
              </a:ext>
            </a:extLst>
          </p:cNvPr>
          <p:cNvSpPr>
            <a:spLocks xmlns:a="http://schemas.openxmlformats.org/drawingml/2006/main" noGrp="1"/>
          </p:cNvSpPr>
          <p:nvPr/>
        </p:nvSpPr>
        <p:spPr>
          <a:xfrm xmlns:a="http://schemas.openxmlformats.org/drawingml/2006/main">
            <a:off x="685800" y="48387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F2937"/>
                </a:solidFill>
                <a:latin typeface="Tahoma"/>
                <a:ea typeface="Tahoma"/>
                <a:cs typeface="Tahoma"/>
              </a:defRPr>
            </a:pPr>
            <a:r>
              <a:rPr sz="2250" b="0">
                <a:solidFill>
                  <a:srgbClr val="1F2937"/>
                </a:solidFill>
                <a:latin typeface="Tahoma"/>
                <a:ea typeface="Tahoma"/>
                <a:cs typeface="Tahoma"/>
              </a:rPr>
              <a:t>Public release: HTTPS และ environment ที่นำไปส่งจริง</a:t>
            </a:r>
          </a:p>
        </p:txBody>
      </p:sp>
      <p:sp>
        <p:nvSpPr>
          <p:cNvPr id="7" name="">
            <a:extLst xmlns:a="http://schemas.openxmlformats.org/drawingml/2006/main">
              <a:ext uri="{FF2B5EF4-FFF2-40B4-BE49-F238E27FC236}">
                <a16:creationId xmlns:a16="http://schemas.microsoft.com/office/drawing/2014/main" id="{306BE745-C731-4782-8877-86E315E7E560}"/>
              </a:ext>
            </a:extLst>
          </p:cNvPr>
          <p:cNvSpPr>
            <a:spLocks xmlns:a="http://schemas.openxmlformats.org/drawingml/2006/main" noGrp="1"/>
          </p:cNvSpPr>
          <p:nvPr/>
        </p:nvSpPr>
        <p:spPr>
          <a:xfrm xmlns:a="http://schemas.openxmlformats.org/drawingml/2006/main">
            <a:off x="685800" y="63055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4B5563"/>
                </a:solidFill>
                <a:latin typeface="Tahoma"/>
                <a:ea typeface="Tahoma"/>
                <a:cs typeface="Tahoma"/>
              </a:defRPr>
            </a:pPr>
            <a:r>
              <a:rPr sz="1500" b="0">
                <a:solidFill>
                  <a:srgbClr val="4B5563"/>
                </a:solidFill>
                <a:latin typeface="Tahoma"/>
                <a:ea typeface="Tahoma"/>
                <a:cs typeface="Tahoma"/>
              </a:rPr>
              <a:t>ศิระพัทธ์ · Step 3 · Local contribution  |  2 / 6</a:t>
            </a:r>
          </a:p>
        </p:txBody>
      </p:sp>
    </p:spTree>
    <p:extLst>
      <p:ext uri="{BB962C8B-B14F-4D97-AF65-F5344CB8AC3E}">
        <p14:creationId xmlns:p14="http://schemas.microsoft.com/office/powerpoint/2010/main" val="375133339"/>
      </p:ext>
    </p:extLst>
  </p:cSld>
</p:sld>
</file>

<file path=ppt/slides/slide3.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61C0B3A-93AD-4179-AE37-74FAFED052D3}"/>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9A3412"/>
                </a:solidFill>
                <a:latin typeface="Tahoma"/>
                <a:ea typeface="Tahoma"/>
                <a:cs typeface="Tahoma"/>
              </a:defRPr>
            </a:pPr>
            <a:r>
              <a:rPr sz="3300" b="1">
                <a:solidFill>
                  <a:srgbClr val="9A3412"/>
                </a:solidFill>
                <a:latin typeface="Tahoma"/>
                <a:ea typeface="Tahoma"/>
                <a:cs typeface="Tahoma"/>
              </a:rPr>
              <a:t>QR และสิทธิ์ของ Customer</a:t>
            </a:r>
          </a:p>
        </p:txBody>
      </p:sp>
      <p:sp>
        <p:nvSpPr>
          <p:cNvPr id="2" name="">
            <a:extLst xmlns:a="http://schemas.openxmlformats.org/drawingml/2006/main">
              <a:ext uri="{FF2B5EF4-FFF2-40B4-BE49-F238E27FC236}">
                <a16:creationId xmlns:a16="http://schemas.microsoft.com/office/drawing/2014/main" id="{816494AB-6648-4A44-94F8-5EC421589F38}"/>
              </a:ext>
            </a:extLst>
          </p:cNvPr>
          <p:cNvSpPr>
            <a:spLocks xmlns:a="http://schemas.openxmlformats.org/drawingml/2006/main" noGrp="1"/>
          </p:cNvSpPr>
          <p:nvPr/>
        </p:nvSpPr>
        <p:spPr>
          <a:xfrm xmlns:a="http://schemas.openxmlformats.org/drawingml/2006/main">
            <a:off x="685800" y="17145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1F2937"/>
                </a:solidFill>
                <a:latin typeface="Tahoma"/>
                <a:ea typeface="Tahoma"/>
                <a:cs typeface="Tahoma"/>
              </a:defRPr>
            </a:pPr>
            <a:r>
              <a:rPr sz="2550" b="0">
                <a:solidFill>
                  <a:srgbClr val="1F2937"/>
                </a:solidFill>
                <a:latin typeface="Tahoma"/>
                <a:ea typeface="Tahoma"/>
                <a:cs typeface="Tahoma"/>
              </a:rPr>
              <a:t>QR fragment → แลกครั้งเดียว → HttpOnly cookie</a:t>
            </a:r>
          </a:p>
        </p:txBody>
      </p:sp>
      <p:sp>
        <p:nvSpPr>
          <p:cNvPr id="3" name="">
            <a:extLst xmlns:a="http://schemas.openxmlformats.org/drawingml/2006/main">
              <a:ext uri="{FF2B5EF4-FFF2-40B4-BE49-F238E27FC236}">
                <a16:creationId xmlns:a16="http://schemas.microsoft.com/office/drawing/2014/main" id="{C4B96AF9-89B8-45B2-A862-5C996F8502A2}"/>
              </a:ext>
            </a:extLst>
          </p:cNvPr>
          <p:cNvSpPr>
            <a:spLocks xmlns:a="http://schemas.openxmlformats.org/drawingml/2006/main" noGrp="1"/>
          </p:cNvSpPr>
          <p:nvPr/>
        </p:nvSpPr>
        <p:spPr>
          <a:xfrm xmlns:a="http://schemas.openxmlformats.org/drawingml/2006/main">
            <a:off x="685800" y="24955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F2937"/>
                </a:solidFill>
                <a:latin typeface="Tahoma"/>
                <a:ea typeface="Tahoma"/>
                <a:cs typeface="Tahoma"/>
              </a:defRPr>
            </a:pPr>
            <a:r>
              <a:rPr sz="2250" b="0">
                <a:solidFill>
                  <a:srgbClr val="1F2937"/>
                </a:solidFill>
                <a:latin typeface="Tahoma"/>
                <a:ea typeface="Tahoma"/>
                <a:cs typeface="Tahoma"/>
              </a:rPr>
              <a:t>StrictMode แชร์การแลก QR; สแกนใหม่ล้างข้อมูลรอบเก่า</a:t>
            </a:r>
          </a:p>
        </p:txBody>
      </p:sp>
      <p:sp>
        <p:nvSpPr>
          <p:cNvPr id="4" name="">
            <a:extLst xmlns:a="http://schemas.openxmlformats.org/drawingml/2006/main">
              <a:ext uri="{FF2B5EF4-FFF2-40B4-BE49-F238E27FC236}">
                <a16:creationId xmlns:a16="http://schemas.microsoft.com/office/drawing/2014/main" id="{2DBF811E-B6DA-4548-BB64-71FBD7E1A9C7}"/>
              </a:ext>
            </a:extLst>
          </p:cNvPr>
          <p:cNvSpPr>
            <a:spLocks xmlns:a="http://schemas.openxmlformats.org/drawingml/2006/main" noGrp="1"/>
          </p:cNvSpPr>
          <p:nvPr/>
        </p:nvSpPr>
        <p:spPr>
          <a:xfrm xmlns:a="http://schemas.openxmlformats.org/drawingml/2006/main">
            <a:off x="685800" y="32766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F2937"/>
                </a:solidFill>
                <a:latin typeface="Tahoma"/>
                <a:ea typeface="Tahoma"/>
                <a:cs typeface="Tahoma"/>
              </a:defRPr>
            </a:pPr>
            <a:r>
              <a:rPr sz="2250" b="0">
                <a:solidFill>
                  <a:srgbClr val="1F2937"/>
                </a:solidFill>
                <a:latin typeface="Tahoma"/>
                <a:ea typeface="Tahoma"/>
                <a:cs typeface="Tahoma"/>
              </a:rPr>
              <a:t>หลายมือถือใช้ context แยกและ QR ที่ refresh แล้ว</a:t>
            </a:r>
          </a:p>
        </p:txBody>
      </p:sp>
      <p:sp>
        <p:nvSpPr>
          <p:cNvPr id="5" name="">
            <a:extLst xmlns:a="http://schemas.openxmlformats.org/drawingml/2006/main">
              <a:ext uri="{FF2B5EF4-FFF2-40B4-BE49-F238E27FC236}">
                <a16:creationId xmlns:a16="http://schemas.microsoft.com/office/drawing/2014/main" id="{58911E71-36E8-42BD-A661-B2173E8001B4}"/>
              </a:ext>
            </a:extLst>
          </p:cNvPr>
          <p:cNvSpPr>
            <a:spLocks xmlns:a="http://schemas.openxmlformats.org/drawingml/2006/main" noGrp="1"/>
          </p:cNvSpPr>
          <p:nvPr/>
        </p:nvSpPr>
        <p:spPr>
          <a:xfrm xmlns:a="http://schemas.openxmlformats.org/drawingml/2006/main">
            <a:off x="685800" y="40576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F2937"/>
                </a:solidFill>
                <a:latin typeface="Tahoma"/>
                <a:ea typeface="Tahoma"/>
                <a:cs typeface="Tahoma"/>
              </a:defRPr>
            </a:pPr>
            <a:r>
              <a:rPr sz="2250" b="0">
                <a:solidFill>
                  <a:srgbClr val="1F2937"/>
                </a:solidFill>
                <a:latin typeface="Tahoma"/>
                <a:ea typeface="Tahoma"/>
                <a:cs typeface="Tahoma"/>
              </a:rPr>
              <a:t>ขอคิดบิล → ทุกมือถือหยุด Order → PAID → ปิดรอบ</a:t>
            </a:r>
          </a:p>
        </p:txBody>
      </p:sp>
      <p:sp>
        <p:nvSpPr>
          <p:cNvPr id="6" name="">
            <a:extLst xmlns:a="http://schemas.openxmlformats.org/drawingml/2006/main">
              <a:ext uri="{FF2B5EF4-FFF2-40B4-BE49-F238E27FC236}">
                <a16:creationId xmlns:a16="http://schemas.microsoft.com/office/drawing/2014/main" id="{46AC49D1-04C5-4D49-BE7D-79ABE41F1A16}"/>
              </a:ext>
            </a:extLst>
          </p:cNvPr>
          <p:cNvSpPr>
            <a:spLocks xmlns:a="http://schemas.openxmlformats.org/drawingml/2006/main" noGrp="1"/>
          </p:cNvSpPr>
          <p:nvPr/>
        </p:nvSpPr>
        <p:spPr>
          <a:xfrm xmlns:a="http://schemas.openxmlformats.org/drawingml/2006/main">
            <a:off x="685800" y="48387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F2937"/>
                </a:solidFill>
                <a:latin typeface="Tahoma"/>
                <a:ea typeface="Tahoma"/>
                <a:cs typeface="Tahoma"/>
              </a:defRPr>
            </a:pPr>
            <a:r>
              <a:rPr sz="2250" b="0">
                <a:solidFill>
                  <a:srgbClr val="1F2937"/>
                </a:solidFill>
                <a:latin typeface="Tahoma"/>
                <a:ea typeface="Tahoma"/>
                <a:cs typeface="Tahoma"/>
              </a:rPr>
              <a:t>ID อย่างเดียวไม่ให้สิทธิ์; cookie / Origin ต้องผ่าน</a:t>
            </a:r>
          </a:p>
        </p:txBody>
      </p:sp>
      <p:sp>
        <p:nvSpPr>
          <p:cNvPr id="7" name="">
            <a:extLst xmlns:a="http://schemas.openxmlformats.org/drawingml/2006/main">
              <a:ext uri="{FF2B5EF4-FFF2-40B4-BE49-F238E27FC236}">
                <a16:creationId xmlns:a16="http://schemas.microsoft.com/office/drawing/2014/main" id="{BE167D8B-1FC7-4978-8C0C-8A8623B8A79C}"/>
              </a:ext>
            </a:extLst>
          </p:cNvPr>
          <p:cNvSpPr>
            <a:spLocks xmlns:a="http://schemas.openxmlformats.org/drawingml/2006/main" noGrp="1"/>
          </p:cNvSpPr>
          <p:nvPr/>
        </p:nvSpPr>
        <p:spPr>
          <a:xfrm xmlns:a="http://schemas.openxmlformats.org/drawingml/2006/main">
            <a:off x="685800" y="63055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4B5563"/>
                </a:solidFill>
                <a:latin typeface="Tahoma"/>
                <a:ea typeface="Tahoma"/>
                <a:cs typeface="Tahoma"/>
              </a:defRPr>
            </a:pPr>
            <a:r>
              <a:rPr sz="1500" b="0">
                <a:solidFill>
                  <a:srgbClr val="4B5563"/>
                </a:solidFill>
                <a:latin typeface="Tahoma"/>
                <a:ea typeface="Tahoma"/>
                <a:cs typeface="Tahoma"/>
              </a:rPr>
              <a:t>ศิระพัทธ์ · Step 3 · Local contribution  |  3 / 6</a:t>
            </a:r>
          </a:p>
        </p:txBody>
      </p:sp>
    </p:spTree>
    <p:extLst>
      <p:ext uri="{BB962C8B-B14F-4D97-AF65-F5344CB8AC3E}">
        <p14:creationId xmlns:p14="http://schemas.microsoft.com/office/powerpoint/2010/main" val="1215646067"/>
      </p:ext>
    </p:extLst>
  </p:cSld>
</p:sld>
</file>

<file path=ppt/slides/slide4.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EC8D020-68AD-42A7-B0AF-8A9A1DD60B54}"/>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9A3412"/>
                </a:solidFill>
                <a:latin typeface="Tahoma"/>
                <a:ea typeface="Tahoma"/>
                <a:cs typeface="Tahoma"/>
              </a:defRPr>
            </a:pPr>
            <a:r>
              <a:rPr sz="3300" b="1">
                <a:solidFill>
                  <a:srgbClr val="9A3412"/>
                </a:solidFill>
                <a:latin typeface="Tahoma"/>
                <a:ea typeface="Tahoma"/>
                <a:cs typeface="Tahoma"/>
              </a:rPr>
              <a:t>Session หมดอายุและผลตรวจในเครื่อง</a:t>
            </a:r>
          </a:p>
        </p:txBody>
      </p:sp>
      <p:sp>
        <p:nvSpPr>
          <p:cNvPr id="2" name="">
            <a:extLst xmlns:a="http://schemas.openxmlformats.org/drawingml/2006/main">
              <a:ext uri="{FF2B5EF4-FFF2-40B4-BE49-F238E27FC236}">
                <a16:creationId xmlns:a16="http://schemas.microsoft.com/office/drawing/2014/main" id="{2F1458CC-4ADE-4A80-A385-E5AA0599E222}"/>
              </a:ext>
            </a:extLst>
          </p:cNvPr>
          <p:cNvSpPr>
            <a:spLocks xmlns:a="http://schemas.openxmlformats.org/drawingml/2006/main" noGrp="1"/>
          </p:cNvSpPr>
          <p:nvPr/>
        </p:nvSpPr>
        <p:spPr>
          <a:xfrm xmlns:a="http://schemas.openxmlformats.org/drawingml/2006/main">
            <a:off x="685800" y="17145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F2937"/>
                </a:solidFill>
                <a:latin typeface="Tahoma"/>
                <a:ea typeface="Tahoma"/>
                <a:cs typeface="Tahoma"/>
              </a:defRPr>
            </a:pPr>
            <a:r>
              <a:rPr sz="2250" b="0">
                <a:solidFill>
                  <a:srgbClr val="1F2937"/>
                </a:solidFill>
                <a:latin typeface="Tahoma"/>
                <a:ea typeface="Tahoma"/>
                <a:cs typeface="Tahoma"/>
              </a:rPr>
              <a:t>แก้ Manager / Supervisor ให้กลับหน้าเข้าสู่ระบบเมื่อ API 401</a:t>
            </a:r>
          </a:p>
        </p:txBody>
      </p:sp>
      <p:sp>
        <p:nvSpPr>
          <p:cNvPr id="3" name="">
            <a:extLst xmlns:a="http://schemas.openxmlformats.org/drawingml/2006/main">
              <a:ext uri="{FF2B5EF4-FFF2-40B4-BE49-F238E27FC236}">
                <a16:creationId xmlns:a16="http://schemas.microsoft.com/office/drawing/2014/main" id="{1F9FDCFD-15D4-4F6D-83D3-CC6792CF7B41}"/>
              </a:ext>
            </a:extLst>
          </p:cNvPr>
          <p:cNvSpPr>
            <a:spLocks xmlns:a="http://schemas.openxmlformats.org/drawingml/2006/main" noGrp="1"/>
          </p:cNvSpPr>
          <p:nvPr/>
        </p:nvSpPr>
        <p:spPr>
          <a:xfrm xmlns:a="http://schemas.openxmlformats.org/drawingml/2006/main">
            <a:off x="685800" y="24955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F2937"/>
                </a:solidFill>
                <a:latin typeface="Tahoma"/>
                <a:ea typeface="Tahoma"/>
                <a:cs typeface="Tahoma"/>
              </a:defRPr>
            </a:pPr>
            <a:r>
              <a:rPr sz="2250" b="0">
                <a:solidFill>
                  <a:srgbClr val="1F2937"/>
                </a:solidFill>
                <a:latin typeface="Tahoma"/>
                <a:ea typeface="Tahoma"/>
                <a:cs typeface="Tahoma"/>
              </a:rPr>
              <a:t>คำตอบ auth ที่มาช้าไม่เปิดข้อมูลเดิมกลับขึ้นมา</a:t>
            </a:r>
          </a:p>
        </p:txBody>
      </p:sp>
      <p:sp>
        <p:nvSpPr>
          <p:cNvPr id="4" name="">
            <a:extLst xmlns:a="http://schemas.openxmlformats.org/drawingml/2006/main">
              <a:ext uri="{FF2B5EF4-FFF2-40B4-BE49-F238E27FC236}">
                <a16:creationId xmlns:a16="http://schemas.microsoft.com/office/drawing/2014/main" id="{E9BDC2C6-7C65-41F5-8F32-FDE95ABA4755}"/>
              </a:ext>
            </a:extLst>
          </p:cNvPr>
          <p:cNvSpPr>
            <a:spLocks xmlns:a="http://schemas.openxmlformats.org/drawingml/2006/main" noGrp="1"/>
          </p:cNvSpPr>
          <p:nvPr/>
        </p:nvSpPr>
        <p:spPr>
          <a:xfrm xmlns:a="http://schemas.openxmlformats.org/drawingml/2006/main">
            <a:off x="685800" y="32766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F2937"/>
                </a:solidFill>
                <a:latin typeface="Tahoma"/>
                <a:ea typeface="Tahoma"/>
                <a:cs typeface="Tahoma"/>
              </a:defRPr>
            </a:pPr>
            <a:r>
              <a:rPr sz="2250" b="0">
                <a:solidFill>
                  <a:srgbClr val="1F2937"/>
                </a:solidFill>
                <a:latin typeface="Tahoma"/>
                <a:ea typeface="Tahoma"/>
                <a:cs typeface="Tahoma"/>
              </a:rPr>
              <a:t>Frontend 112 ผ่าน · Backend 274 ผ่าน / 27 skipped</a:t>
            </a:r>
          </a:p>
        </p:txBody>
      </p:sp>
      <p:sp>
        <p:nvSpPr>
          <p:cNvPr id="5" name="">
            <a:extLst xmlns:a="http://schemas.openxmlformats.org/drawingml/2006/main">
              <a:ext uri="{FF2B5EF4-FFF2-40B4-BE49-F238E27FC236}">
                <a16:creationId xmlns:a16="http://schemas.microsoft.com/office/drawing/2014/main" id="{D9A91F63-3462-421F-B160-A34F2C180645}"/>
              </a:ext>
            </a:extLst>
          </p:cNvPr>
          <p:cNvSpPr>
            <a:spLocks xmlns:a="http://schemas.openxmlformats.org/drawingml/2006/main" noGrp="1"/>
          </p:cNvSpPr>
          <p:nvPr/>
        </p:nvSpPr>
        <p:spPr>
          <a:xfrm xmlns:a="http://schemas.openxmlformats.org/drawingml/2006/main">
            <a:off x="685800" y="40576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F2937"/>
                </a:solidFill>
                <a:latin typeface="Tahoma"/>
                <a:ea typeface="Tahoma"/>
                <a:cs typeface="Tahoma"/>
              </a:defRPr>
            </a:pPr>
            <a:r>
              <a:rPr sz="2250" b="0">
                <a:solidFill>
                  <a:srgbClr val="1F2937"/>
                </a:solidFill>
                <a:latin typeface="Tahoma"/>
                <a:ea typeface="Tahoma"/>
                <a:cs typeface="Tahoma"/>
              </a:rPr>
              <a:t>Lint 0 errors / 4 warnings เดิม · Build ผ่าน</a:t>
            </a:r>
          </a:p>
        </p:txBody>
      </p:sp>
      <p:sp>
        <p:nvSpPr>
          <p:cNvPr id="6" name="">
            <a:extLst xmlns:a="http://schemas.openxmlformats.org/drawingml/2006/main">
              <a:ext uri="{FF2B5EF4-FFF2-40B4-BE49-F238E27FC236}">
                <a16:creationId xmlns:a16="http://schemas.microsoft.com/office/drawing/2014/main" id="{2F260404-F903-48ED-883F-62AB52006883}"/>
              </a:ext>
            </a:extLst>
          </p:cNvPr>
          <p:cNvSpPr>
            <a:spLocks xmlns:a="http://schemas.openxmlformats.org/drawingml/2006/main" noGrp="1"/>
          </p:cNvSpPr>
          <p:nvPr/>
        </p:nvSpPr>
        <p:spPr>
          <a:xfrm xmlns:a="http://schemas.openxmlformats.org/drawingml/2006/main">
            <a:off x="685800" y="48387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F2937"/>
                </a:solidFill>
                <a:latin typeface="Tahoma"/>
                <a:ea typeface="Tahoma"/>
                <a:cs typeface="Tahoma"/>
              </a:defRPr>
            </a:pPr>
            <a:r>
              <a:rPr sz="2100" b="0">
                <a:solidFill>
                  <a:srgbClr val="1F2937"/>
                </a:solidFill>
                <a:latin typeface="Tahoma"/>
                <a:ea typeface="Tahoma"/>
                <a:cs typeface="Tahoma"/>
              </a:rPr>
              <a:t>รอบนี้ใช้ H2 แยก; ยังไม่ได้รับรอง PostgreSQL / public</a:t>
            </a:r>
          </a:p>
        </p:txBody>
      </p:sp>
      <p:sp>
        <p:nvSpPr>
          <p:cNvPr id="7" name="">
            <a:extLst xmlns:a="http://schemas.openxmlformats.org/drawingml/2006/main">
              <a:ext uri="{FF2B5EF4-FFF2-40B4-BE49-F238E27FC236}">
                <a16:creationId xmlns:a16="http://schemas.microsoft.com/office/drawing/2014/main" id="{647F614A-DD55-4BA7-BDD1-3AB905369B7A}"/>
              </a:ext>
            </a:extLst>
          </p:cNvPr>
          <p:cNvSpPr>
            <a:spLocks xmlns:a="http://schemas.openxmlformats.org/drawingml/2006/main" noGrp="1"/>
          </p:cNvSpPr>
          <p:nvPr/>
        </p:nvSpPr>
        <p:spPr>
          <a:xfrm xmlns:a="http://schemas.openxmlformats.org/drawingml/2006/main">
            <a:off x="685800" y="63055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4B5563"/>
                </a:solidFill>
                <a:latin typeface="Tahoma"/>
                <a:ea typeface="Tahoma"/>
                <a:cs typeface="Tahoma"/>
              </a:defRPr>
            </a:pPr>
            <a:r>
              <a:rPr sz="1500" b="0">
                <a:solidFill>
                  <a:srgbClr val="4B5563"/>
                </a:solidFill>
                <a:latin typeface="Tahoma"/>
                <a:ea typeface="Tahoma"/>
                <a:cs typeface="Tahoma"/>
              </a:rPr>
              <a:t>ศิระพัทธ์ · Step 3 · Local contribution  |  4 / 6</a:t>
            </a:r>
          </a:p>
        </p:txBody>
      </p:sp>
    </p:spTree>
    <p:extLst>
      <p:ext uri="{BB962C8B-B14F-4D97-AF65-F5344CB8AC3E}">
        <p14:creationId xmlns:p14="http://schemas.microsoft.com/office/powerpoint/2010/main" val="802680547"/>
      </p:ext>
    </p:extLst>
  </p:cSld>
</p:sld>
</file>

<file path=ppt/slides/slide5.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9BA61A44-2D4F-467D-B2F4-13A932D16D6B}"/>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9A3412"/>
                </a:solidFill>
                <a:latin typeface="Tahoma"/>
                <a:ea typeface="Tahoma"/>
                <a:cs typeface="Tahoma"/>
              </a:defRPr>
            </a:pPr>
            <a:r>
              <a:rPr sz="3300" b="1">
                <a:solidFill>
                  <a:srgbClr val="9A3412"/>
                </a:solidFill>
                <a:latin typeface="Tahoma"/>
                <a:ea typeface="Tahoma"/>
                <a:cs typeface="Tahoma"/>
              </a:rPr>
              <a:t>Menu / Ordering: SOLID และ JPA</a:t>
            </a:r>
          </a:p>
        </p:txBody>
      </p:sp>
      <p:sp>
        <p:nvSpPr>
          <p:cNvPr id="2" name="">
            <a:extLst xmlns:a="http://schemas.openxmlformats.org/drawingml/2006/main">
              <a:ext uri="{FF2B5EF4-FFF2-40B4-BE49-F238E27FC236}">
                <a16:creationId xmlns:a16="http://schemas.microsoft.com/office/drawing/2014/main" id="{96F572CE-FCCD-404C-BBBD-D7AA03E74307}"/>
              </a:ext>
            </a:extLst>
          </p:cNvPr>
          <p:cNvSpPr>
            <a:spLocks xmlns:a="http://schemas.openxmlformats.org/drawingml/2006/main" noGrp="1"/>
          </p:cNvSpPr>
          <p:nvPr/>
        </p:nvSpPr>
        <p:spPr>
          <a:xfrm xmlns:a="http://schemas.openxmlformats.org/drawingml/2006/main">
            <a:off x="685800" y="17145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F2937"/>
                </a:solidFill>
                <a:latin typeface="Tahoma"/>
                <a:ea typeface="Tahoma"/>
                <a:cs typeface="Tahoma"/>
              </a:defRPr>
            </a:pPr>
            <a:r>
              <a:rPr sz="2400" b="0">
                <a:solidFill>
                  <a:srgbClr val="1F2937"/>
                </a:solidFill>
                <a:latin typeface="Tahoma"/>
                <a:ea typeface="Tahoma"/>
                <a:cs typeface="Tahoma"/>
              </a:rPr>
              <a:t>Controller → Service → Repository / Mapper → DTO</a:t>
            </a:r>
          </a:p>
        </p:txBody>
      </p:sp>
      <p:sp>
        <p:nvSpPr>
          <p:cNvPr id="3" name="">
            <a:extLst xmlns:a="http://schemas.openxmlformats.org/drawingml/2006/main">
              <a:ext uri="{FF2B5EF4-FFF2-40B4-BE49-F238E27FC236}">
                <a16:creationId xmlns:a16="http://schemas.microsoft.com/office/drawing/2014/main" id="{85579D11-0C73-4190-8376-7EF5C4E25C95}"/>
              </a:ext>
            </a:extLst>
          </p:cNvPr>
          <p:cNvSpPr>
            <a:spLocks xmlns:a="http://schemas.openxmlformats.org/drawingml/2006/main" noGrp="1"/>
          </p:cNvSpPr>
          <p:nvPr/>
        </p:nvSpPr>
        <p:spPr>
          <a:xfrm xmlns:a="http://schemas.openxmlformats.org/drawingml/2006/main">
            <a:off x="685800" y="24955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F2937"/>
                </a:solidFill>
                <a:latin typeface="Tahoma"/>
                <a:ea typeface="Tahoma"/>
                <a:cs typeface="Tahoma"/>
              </a:defRPr>
            </a:pPr>
            <a:r>
              <a:rPr sz="2250" b="0">
                <a:solidFill>
                  <a:srgbClr val="1F2937"/>
                </a:solidFill>
                <a:latin typeface="Tahoma"/>
                <a:ea typeface="Tahoma"/>
                <a:cs typeface="Tahoma"/>
              </a:rPr>
              <a:t>แยก Catalog กับ Ordering; inject access/session providers</a:t>
            </a:r>
          </a:p>
        </p:txBody>
      </p:sp>
      <p:sp>
        <p:nvSpPr>
          <p:cNvPr id="4" name="">
            <a:extLst xmlns:a="http://schemas.openxmlformats.org/drawingml/2006/main">
              <a:ext uri="{FF2B5EF4-FFF2-40B4-BE49-F238E27FC236}">
                <a16:creationId xmlns:a16="http://schemas.microsoft.com/office/drawing/2014/main" id="{3D212E32-CD72-41D2-A217-EA6235E699D9}"/>
              </a:ext>
            </a:extLst>
          </p:cNvPr>
          <p:cNvSpPr>
            <a:spLocks xmlns:a="http://schemas.openxmlformats.org/drawingml/2006/main" noGrp="1"/>
          </p:cNvSpPr>
          <p:nvPr/>
        </p:nvSpPr>
        <p:spPr>
          <a:xfrm xmlns:a="http://schemas.openxmlformats.org/drawingml/2006/main">
            <a:off x="685800" y="32766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F2937"/>
                </a:solidFill>
                <a:latin typeface="Tahoma"/>
                <a:ea typeface="Tahoma"/>
                <a:cs typeface="Tahoma"/>
              </a:defRPr>
            </a:pPr>
            <a:r>
              <a:rPr sz="2250" b="0">
                <a:solidFill>
                  <a:srgbClr val="1F2937"/>
                </a:solidFill>
                <a:latin typeface="Tahoma"/>
                <a:ea typeface="Tahoma"/>
                <a:cs typeface="Tahoma"/>
              </a:rPr>
              <a:t>MenuCategory: LAZY และไม่ cascade ลบหมวดร่วม</a:t>
            </a:r>
          </a:p>
        </p:txBody>
      </p:sp>
      <p:sp>
        <p:nvSpPr>
          <p:cNvPr id="5" name="">
            <a:extLst xmlns:a="http://schemas.openxmlformats.org/drawingml/2006/main">
              <a:ext uri="{FF2B5EF4-FFF2-40B4-BE49-F238E27FC236}">
                <a16:creationId xmlns:a16="http://schemas.microsoft.com/office/drawing/2014/main" id="{6C20EDE2-CD8A-4495-AD81-9273F0F2FD49}"/>
              </a:ext>
            </a:extLst>
          </p:cNvPr>
          <p:cNvSpPr>
            <a:spLocks xmlns:a="http://schemas.openxmlformats.org/drawingml/2006/main" noGrp="1"/>
          </p:cNvSpPr>
          <p:nvPr/>
        </p:nvSpPr>
        <p:spPr>
          <a:xfrm xmlns:a="http://schemas.openxmlformats.org/drawingml/2006/main">
            <a:off x="685800" y="40576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F2937"/>
                </a:solidFill>
                <a:latin typeface="Tahoma"/>
                <a:ea typeface="Tahoma"/>
                <a:cs typeface="Tahoma"/>
              </a:defRPr>
            </a:pPr>
            <a:r>
              <a:rPr sz="2250" b="0">
                <a:solidFill>
                  <a:srgbClr val="1F2937"/>
                </a:solidFill>
                <a:latin typeface="Tahoma"/>
                <a:ea typeface="Tahoma"/>
                <a:cs typeface="Tahoma"/>
              </a:rPr>
              <a:t>PackageMenuItem: join table ผ่าน ElementCollection</a:t>
            </a:r>
          </a:p>
        </p:txBody>
      </p:sp>
      <p:sp>
        <p:nvSpPr>
          <p:cNvPr id="6" name="">
            <a:extLst xmlns:a="http://schemas.openxmlformats.org/drawingml/2006/main">
              <a:ext uri="{FF2B5EF4-FFF2-40B4-BE49-F238E27FC236}">
                <a16:creationId xmlns:a16="http://schemas.microsoft.com/office/drawing/2014/main" id="{B243FB7B-F8CC-45AE-B745-22C55015D72E}"/>
              </a:ext>
            </a:extLst>
          </p:cNvPr>
          <p:cNvSpPr>
            <a:spLocks xmlns:a="http://schemas.openxmlformats.org/drawingml/2006/main" noGrp="1"/>
          </p:cNvSpPr>
          <p:nvPr/>
        </p:nvSpPr>
        <p:spPr>
          <a:xfrm xmlns:a="http://schemas.openxmlformats.org/drawingml/2006/main">
            <a:off x="685800" y="48387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F2937"/>
                </a:solidFill>
                <a:latin typeface="Tahoma"/>
                <a:ea typeface="Tahoma"/>
                <a:cs typeface="Tahoma"/>
              </a:defRPr>
            </a:pPr>
            <a:r>
              <a:rPr sz="2100" b="0">
                <a:solidFill>
                  <a:srgbClr val="1F2937"/>
                </a:solidFill>
                <a:latin typeface="Tahoma"/>
                <a:ea typeface="Tahoma"/>
                <a:cs typeface="Tahoma"/>
              </a:rPr>
              <a:t>EntityGraph โหลด category / packageIds เมื่อ Customer ต้องใช้</a:t>
            </a:r>
          </a:p>
        </p:txBody>
      </p:sp>
      <p:sp>
        <p:nvSpPr>
          <p:cNvPr id="7" name="">
            <a:extLst xmlns:a="http://schemas.openxmlformats.org/drawingml/2006/main">
              <a:ext uri="{FF2B5EF4-FFF2-40B4-BE49-F238E27FC236}">
                <a16:creationId xmlns:a16="http://schemas.microsoft.com/office/drawing/2014/main" id="{CDF1EDE6-92E7-4E2B-8816-44EED3CCD1EC}"/>
              </a:ext>
            </a:extLst>
          </p:cNvPr>
          <p:cNvSpPr>
            <a:spLocks xmlns:a="http://schemas.openxmlformats.org/drawingml/2006/main" noGrp="1"/>
          </p:cNvSpPr>
          <p:nvPr/>
        </p:nvSpPr>
        <p:spPr>
          <a:xfrm xmlns:a="http://schemas.openxmlformats.org/drawingml/2006/main">
            <a:off x="685800" y="63055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4B5563"/>
                </a:solidFill>
                <a:latin typeface="Tahoma"/>
                <a:ea typeface="Tahoma"/>
                <a:cs typeface="Tahoma"/>
              </a:defRPr>
            </a:pPr>
            <a:r>
              <a:rPr sz="1500" b="0">
                <a:solidFill>
                  <a:srgbClr val="4B5563"/>
                </a:solidFill>
                <a:latin typeface="Tahoma"/>
                <a:ea typeface="Tahoma"/>
                <a:cs typeface="Tahoma"/>
              </a:rPr>
              <a:t>ศิระพัทธ์ · Step 3 · Local contribution  |  5 / 6</a:t>
            </a:r>
          </a:p>
        </p:txBody>
      </p:sp>
    </p:spTree>
    <p:extLst>
      <p:ext uri="{BB962C8B-B14F-4D97-AF65-F5344CB8AC3E}">
        <p14:creationId xmlns:p14="http://schemas.microsoft.com/office/powerpoint/2010/main" val="811488175"/>
      </p:ext>
    </p:extLst>
  </p:cSld>
</p:sld>
</file>

<file path=ppt/slides/slide6.xml><?xml version="1.0" encoding="utf-8"?>
<p:sld xmlns:p="http://schemas.openxmlformats.org/presentationml/2006/main">
  <p:cSld>
    <p:bg>
      <p:bgPr>
        <a:solidFill xmlns:a="http://schemas.openxmlformats.org/drawingml/2006/main">
          <a:srgbClr val="FFFDF9"/>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C3D3D76-D35C-495E-B479-49A7D5E75CB7}"/>
              </a:ext>
            </a:extLst>
          </p:cNvPr>
          <p:cNvSpPr>
            <a:spLocks xmlns:a="http://schemas.openxmlformats.org/drawingml/2006/main" noGrp="1"/>
          </p:cNvSpPr>
          <p:nvPr/>
        </p:nvSpPr>
        <p:spPr>
          <a:xfrm xmlns:a="http://schemas.openxmlformats.org/drawingml/2006/main">
            <a:off x="685800" y="4953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9A3412"/>
                </a:solidFill>
                <a:latin typeface="Tahoma"/>
                <a:ea typeface="Tahoma"/>
                <a:cs typeface="Tahoma"/>
              </a:defRPr>
            </a:pPr>
            <a:r>
              <a:rPr sz="3300" b="1">
                <a:solidFill>
                  <a:srgbClr val="9A3412"/>
                </a:solidFill>
                <a:latin typeface="Tahoma"/>
                <a:ea typeface="Tahoma"/>
                <a:cs typeface="Tahoma"/>
              </a:rPr>
              <a:t>เกณฑ์ก่อนส่ง Final</a:t>
            </a:r>
          </a:p>
        </p:txBody>
      </p:sp>
      <p:sp>
        <p:nvSpPr>
          <p:cNvPr id="2" name="">
            <a:extLst xmlns:a="http://schemas.openxmlformats.org/drawingml/2006/main">
              <a:ext uri="{FF2B5EF4-FFF2-40B4-BE49-F238E27FC236}">
                <a16:creationId xmlns:a16="http://schemas.microsoft.com/office/drawing/2014/main" id="{FAD03B3D-AE49-421B-9637-4FCE787558C2}"/>
              </a:ext>
            </a:extLst>
          </p:cNvPr>
          <p:cNvSpPr>
            <a:spLocks xmlns:a="http://schemas.openxmlformats.org/drawingml/2006/main" noGrp="1"/>
          </p:cNvSpPr>
          <p:nvPr/>
        </p:nvSpPr>
        <p:spPr>
          <a:xfrm xmlns:a="http://schemas.openxmlformats.org/drawingml/2006/main">
            <a:off x="685800" y="17145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F2937"/>
                </a:solidFill>
                <a:latin typeface="Tahoma"/>
                <a:ea typeface="Tahoma"/>
                <a:cs typeface="Tahoma"/>
              </a:defRPr>
            </a:pPr>
            <a:r>
              <a:rPr sz="2250" b="0">
                <a:solidFill>
                  <a:srgbClr val="1F2937"/>
                </a:solidFill>
                <a:latin typeface="Tahoma"/>
                <a:ea typeface="Tahoma"/>
                <a:cs typeface="Tahoma"/>
              </a:rPr>
              <a:t>Stock target / active และ Profile: รอเจ้าของ feature + review</a:t>
            </a:r>
          </a:p>
        </p:txBody>
      </p:sp>
      <p:sp>
        <p:nvSpPr>
          <p:cNvPr id="3" name="">
            <a:extLst xmlns:a="http://schemas.openxmlformats.org/drawingml/2006/main">
              <a:ext uri="{FF2B5EF4-FFF2-40B4-BE49-F238E27FC236}">
                <a16:creationId xmlns:a16="http://schemas.microsoft.com/office/drawing/2014/main" id="{1D4837CC-7BA6-431E-8F26-A3B9C71D5535}"/>
              </a:ext>
            </a:extLst>
          </p:cNvPr>
          <p:cNvSpPr>
            <a:spLocks xmlns:a="http://schemas.openxmlformats.org/drawingml/2006/main" noGrp="1"/>
          </p:cNvSpPr>
          <p:nvPr/>
        </p:nvSpPr>
        <p:spPr>
          <a:xfrm xmlns:a="http://schemas.openxmlformats.org/drawingml/2006/main">
            <a:off x="685800" y="24955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F2937"/>
                </a:solidFill>
                <a:latin typeface="Tahoma"/>
                <a:ea typeface="Tahoma"/>
                <a:cs typeface="Tahoma"/>
              </a:defRPr>
            </a:pPr>
            <a:r>
              <a:rPr sz="2250" b="0">
                <a:solidFill>
                  <a:srgbClr val="1F2937"/>
                </a:solidFill>
                <a:latin typeface="Tahoma"/>
                <a:ea typeface="Tahoma"/>
                <a:cs typeface="Tahoma"/>
              </a:rPr>
              <a:t>รัน regression ใหม่บน release commit และ public HTTPS</a:t>
            </a:r>
          </a:p>
        </p:txBody>
      </p:sp>
      <p:sp>
        <p:nvSpPr>
          <p:cNvPr id="4" name="">
            <a:extLst xmlns:a="http://schemas.openxmlformats.org/drawingml/2006/main">
              <a:ext uri="{FF2B5EF4-FFF2-40B4-BE49-F238E27FC236}">
                <a16:creationId xmlns:a16="http://schemas.microsoft.com/office/drawing/2014/main" id="{BEC33A22-01D7-41BD-8189-6E78D11204A4}"/>
              </a:ext>
            </a:extLst>
          </p:cNvPr>
          <p:cNvSpPr>
            <a:spLocks xmlns:a="http://schemas.openxmlformats.org/drawingml/2006/main" noGrp="1"/>
          </p:cNvSpPr>
          <p:nvPr/>
        </p:nvSpPr>
        <p:spPr>
          <a:xfrm xmlns:a="http://schemas.openxmlformats.org/drawingml/2006/main">
            <a:off x="685800" y="32766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F2937"/>
                </a:solidFill>
                <a:latin typeface="Tahoma"/>
                <a:ea typeface="Tahoma"/>
                <a:cs typeface="Tahoma"/>
              </a:defRPr>
            </a:pPr>
            <a:r>
              <a:rPr sz="2250" b="0">
                <a:solidFill>
                  <a:srgbClr val="1F2937"/>
                </a:solidFill>
                <a:latin typeface="Tahoma"/>
                <a:ea typeface="Tahoma"/>
                <a:cs typeface="Tahoma"/>
              </a:rPr>
              <a:t>ภาพ Customer 360px · Staff/Kitchen 768px · Manager 1280px</a:t>
            </a:r>
          </a:p>
        </p:txBody>
      </p:sp>
      <p:sp>
        <p:nvSpPr>
          <p:cNvPr id="5" name="">
            <a:extLst xmlns:a="http://schemas.openxmlformats.org/drawingml/2006/main">
              <a:ext uri="{FF2B5EF4-FFF2-40B4-BE49-F238E27FC236}">
                <a16:creationId xmlns:a16="http://schemas.microsoft.com/office/drawing/2014/main" id="{4A4FC332-4A4B-45D6-BDC7-C454FA42A98C}"/>
              </a:ext>
            </a:extLst>
          </p:cNvPr>
          <p:cNvSpPr>
            <a:spLocks xmlns:a="http://schemas.openxmlformats.org/drawingml/2006/main" noGrp="1"/>
          </p:cNvSpPr>
          <p:nvPr/>
        </p:nvSpPr>
        <p:spPr>
          <a:xfrm xmlns:a="http://schemas.openxmlformats.org/drawingml/2006/main">
            <a:off x="685800" y="405765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F2937"/>
                </a:solidFill>
                <a:latin typeface="Tahoma"/>
                <a:ea typeface="Tahoma"/>
                <a:cs typeface="Tahoma"/>
              </a:defRPr>
            </a:pPr>
            <a:r>
              <a:rPr sz="2250" b="0">
                <a:solidFill>
                  <a:srgbClr val="1F2937"/>
                </a:solidFill>
                <a:latin typeface="Tahoma"/>
                <a:ea typeface="Tahoma"/>
                <a:cs typeface="Tahoma"/>
              </a:rPr>
              <a:t>Reviewer ยืนยัน; main และ deployed commit ตรงกับหลักฐาน</a:t>
            </a:r>
          </a:p>
        </p:txBody>
      </p:sp>
      <p:sp>
        <p:nvSpPr>
          <p:cNvPr id="6" name="">
            <a:extLst xmlns:a="http://schemas.openxmlformats.org/drawingml/2006/main">
              <a:ext uri="{FF2B5EF4-FFF2-40B4-BE49-F238E27FC236}">
                <a16:creationId xmlns:a16="http://schemas.microsoft.com/office/drawing/2014/main" id="{385A0359-FEF6-47A9-88C3-F33CC2C5B67F}"/>
              </a:ext>
            </a:extLst>
          </p:cNvPr>
          <p:cNvSpPr>
            <a:spLocks xmlns:a="http://schemas.openxmlformats.org/drawingml/2006/main" noGrp="1"/>
          </p:cNvSpPr>
          <p:nvPr/>
        </p:nvSpPr>
        <p:spPr>
          <a:xfrm xmlns:a="http://schemas.openxmlformats.org/drawingml/2006/main">
            <a:off x="685800" y="4838700"/>
            <a:ext cx="108204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F2937"/>
                </a:solidFill>
                <a:latin typeface="Tahoma"/>
                <a:ea typeface="Tahoma"/>
                <a:cs typeface="Tahoma"/>
              </a:defRPr>
            </a:pPr>
            <a:r>
              <a:rPr sz="2250" b="0">
                <a:solidFill>
                  <a:srgbClr val="1F2937"/>
                </a:solidFill>
                <a:latin typeface="Tahoma"/>
                <a:ea typeface="Tahoma"/>
                <a:cs typeface="Tahoma"/>
              </a:rPr>
              <a:t>รวมสไลด์กับทีมและซ้อมด้วยบัญชีจริง / QR จริง</a:t>
            </a:r>
          </a:p>
        </p:txBody>
      </p:sp>
      <p:sp>
        <p:nvSpPr>
          <p:cNvPr id="7" name="">
            <a:extLst xmlns:a="http://schemas.openxmlformats.org/drawingml/2006/main">
              <a:ext uri="{FF2B5EF4-FFF2-40B4-BE49-F238E27FC236}">
                <a16:creationId xmlns:a16="http://schemas.microsoft.com/office/drawing/2014/main" id="{B6AB6B80-9DA7-440C-8BF1-2F5900D9518D}"/>
              </a:ext>
            </a:extLst>
          </p:cNvPr>
          <p:cNvSpPr>
            <a:spLocks xmlns:a="http://schemas.openxmlformats.org/drawingml/2006/main" noGrp="1"/>
          </p:cNvSpPr>
          <p:nvPr/>
        </p:nvSpPr>
        <p:spPr>
          <a:xfrm xmlns:a="http://schemas.openxmlformats.org/drawingml/2006/main">
            <a:off x="685800" y="6305550"/>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4B5563"/>
                </a:solidFill>
                <a:latin typeface="Tahoma"/>
                <a:ea typeface="Tahoma"/>
                <a:cs typeface="Tahoma"/>
              </a:defRPr>
            </a:pPr>
            <a:r>
              <a:rPr sz="1500" b="0">
                <a:solidFill>
                  <a:srgbClr val="4B5563"/>
                </a:solidFill>
                <a:latin typeface="Tahoma"/>
                <a:ea typeface="Tahoma"/>
                <a:cs typeface="Tahoma"/>
              </a:rPr>
              <a:t>ศิระพัทธ์ · Step 3 · Local contribution  |  6 / 6</a:t>
            </a:r>
          </a:p>
        </p:txBody>
      </p:sp>
    </p:spTree>
    <p:extLst>
      <p:ext uri="{BB962C8B-B14F-4D97-AF65-F5344CB8AC3E}">
        <p14:creationId xmlns:p14="http://schemas.microsoft.com/office/powerpoint/2010/main" val="16207927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2026-10-06T13:49:20.0720000Z</dcterms:created>
  <dcterms:modified xsi:type="dcterms:W3CDTF">2026-10-06T13:49:20.0720000Z</dcterms:modified>
</coreProperties>
</file>